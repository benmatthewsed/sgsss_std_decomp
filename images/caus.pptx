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1" r:id="rId2"/>
    <p:sldId id="265" r:id="rId3"/>
    <p:sldId id="262" r:id="rId4"/>
    <p:sldId id="264" r:id="rId5"/>
    <p:sldId id="260" r:id="rId6"/>
  </p:sldIdLst>
  <p:sldSz cx="5400675" cy="540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94660"/>
  </p:normalViewPr>
  <p:slideViewPr>
    <p:cSldViewPr snapToGrid="0">
      <p:cViewPr varScale="1">
        <p:scale>
          <a:sx n="143" d="100"/>
          <a:sy n="143" d="100"/>
        </p:scale>
        <p:origin x="245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883861"/>
            <a:ext cx="4590574" cy="1880235"/>
          </a:xfrm>
        </p:spPr>
        <p:txBody>
          <a:bodyPr anchor="b"/>
          <a:lstStyle>
            <a:lvl1pPr algn="ctr"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2836605"/>
            <a:ext cx="4050506" cy="1303913"/>
          </a:xfrm>
        </p:spPr>
        <p:txBody>
          <a:bodyPr/>
          <a:lstStyle>
            <a:lvl1pPr marL="0" indent="0" algn="ctr">
              <a:buNone/>
              <a:defRPr sz="1417"/>
            </a:lvl1pPr>
            <a:lvl2pPr marL="270022" indent="0" algn="ctr">
              <a:buNone/>
              <a:defRPr sz="1181"/>
            </a:lvl2pPr>
            <a:lvl3pPr marL="540045" indent="0" algn="ctr">
              <a:buNone/>
              <a:defRPr sz="1063"/>
            </a:lvl3pPr>
            <a:lvl4pPr marL="810067" indent="0" algn="ctr">
              <a:buNone/>
              <a:defRPr sz="945"/>
            </a:lvl4pPr>
            <a:lvl5pPr marL="1080089" indent="0" algn="ctr">
              <a:buNone/>
              <a:defRPr sz="945"/>
            </a:lvl5pPr>
            <a:lvl6pPr marL="1350112" indent="0" algn="ctr">
              <a:buNone/>
              <a:defRPr sz="945"/>
            </a:lvl6pPr>
            <a:lvl7pPr marL="1620134" indent="0" algn="ctr">
              <a:buNone/>
              <a:defRPr sz="945"/>
            </a:lvl7pPr>
            <a:lvl8pPr marL="1890156" indent="0" algn="ctr">
              <a:buNone/>
              <a:defRPr sz="945"/>
            </a:lvl8pPr>
            <a:lvl9pPr marL="2160179" indent="0" algn="ctr">
              <a:buNone/>
              <a:defRPr sz="945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938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793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1346420"/>
            <a:ext cx="4658082" cy="2246530"/>
          </a:xfrm>
        </p:spPr>
        <p:txBody>
          <a:bodyPr anchor="b"/>
          <a:lstStyle>
            <a:lvl1pPr>
              <a:defRPr sz="354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3614203"/>
            <a:ext cx="4658082" cy="1181397"/>
          </a:xfrm>
        </p:spPr>
        <p:txBody>
          <a:bodyPr/>
          <a:lstStyle>
            <a:lvl1pPr marL="0" indent="0">
              <a:buNone/>
              <a:defRPr sz="1417">
                <a:solidFill>
                  <a:schemeClr val="tx1"/>
                </a:solidFill>
              </a:defRPr>
            </a:lvl1pPr>
            <a:lvl2pPr marL="270022" indent="0">
              <a:buNone/>
              <a:defRPr sz="1181">
                <a:solidFill>
                  <a:schemeClr val="tx1">
                    <a:tint val="75000"/>
                  </a:schemeClr>
                </a:solidFill>
              </a:defRPr>
            </a:lvl2pPr>
            <a:lvl3pPr marL="54004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3pPr>
            <a:lvl4pPr marL="810067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08008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350112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620134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1890156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160179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160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1437680"/>
            <a:ext cx="2295287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1437680"/>
            <a:ext cx="2295287" cy="34266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041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87537"/>
            <a:ext cx="4658082" cy="104388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1323916"/>
            <a:ext cx="2284738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972747"/>
            <a:ext cx="2284738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1323916"/>
            <a:ext cx="2295990" cy="648831"/>
          </a:xfrm>
        </p:spPr>
        <p:txBody>
          <a:bodyPr anchor="b"/>
          <a:lstStyle>
            <a:lvl1pPr marL="0" indent="0">
              <a:buNone/>
              <a:defRPr sz="1417" b="1"/>
            </a:lvl1pPr>
            <a:lvl2pPr marL="270022" indent="0">
              <a:buNone/>
              <a:defRPr sz="1181" b="1"/>
            </a:lvl2pPr>
            <a:lvl3pPr marL="540045" indent="0">
              <a:buNone/>
              <a:defRPr sz="1063" b="1"/>
            </a:lvl3pPr>
            <a:lvl4pPr marL="810067" indent="0">
              <a:buNone/>
              <a:defRPr sz="945" b="1"/>
            </a:lvl4pPr>
            <a:lvl5pPr marL="1080089" indent="0">
              <a:buNone/>
              <a:defRPr sz="945" b="1"/>
            </a:lvl5pPr>
            <a:lvl6pPr marL="1350112" indent="0">
              <a:buNone/>
              <a:defRPr sz="945" b="1"/>
            </a:lvl6pPr>
            <a:lvl7pPr marL="1620134" indent="0">
              <a:buNone/>
              <a:defRPr sz="945" b="1"/>
            </a:lvl7pPr>
            <a:lvl8pPr marL="1890156" indent="0">
              <a:buNone/>
              <a:defRPr sz="945" b="1"/>
            </a:lvl8pPr>
            <a:lvl9pPr marL="2160179" indent="0">
              <a:buNone/>
              <a:defRPr sz="94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972747"/>
            <a:ext cx="2295990" cy="29016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5511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527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4675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777598"/>
            <a:ext cx="2734092" cy="3837980"/>
          </a:xfrm>
        </p:spPr>
        <p:txBody>
          <a:bodyPr/>
          <a:lstStyle>
            <a:lvl1pPr>
              <a:defRPr sz="1890"/>
            </a:lvl1pPr>
            <a:lvl2pPr>
              <a:defRPr sz="1654"/>
            </a:lvl2pPr>
            <a:lvl3pPr>
              <a:defRPr sz="1417"/>
            </a:lvl3pPr>
            <a:lvl4pPr>
              <a:defRPr sz="1181"/>
            </a:lvl4pPr>
            <a:lvl5pPr>
              <a:defRPr sz="1181"/>
            </a:lvl5pPr>
            <a:lvl6pPr>
              <a:defRPr sz="1181"/>
            </a:lvl6pPr>
            <a:lvl7pPr>
              <a:defRPr sz="1181"/>
            </a:lvl7pPr>
            <a:lvl8pPr>
              <a:defRPr sz="1181"/>
            </a:lvl8pPr>
            <a:lvl9pPr>
              <a:defRPr sz="118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0584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360045"/>
            <a:ext cx="1741858" cy="1260158"/>
          </a:xfrm>
        </p:spPr>
        <p:txBody>
          <a:bodyPr anchor="b"/>
          <a:lstStyle>
            <a:lvl1pPr>
              <a:defRPr sz="189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777598"/>
            <a:ext cx="2734092" cy="3837980"/>
          </a:xfrm>
        </p:spPr>
        <p:txBody>
          <a:bodyPr anchor="t"/>
          <a:lstStyle>
            <a:lvl1pPr marL="0" indent="0">
              <a:buNone/>
              <a:defRPr sz="1890"/>
            </a:lvl1pPr>
            <a:lvl2pPr marL="270022" indent="0">
              <a:buNone/>
              <a:defRPr sz="1654"/>
            </a:lvl2pPr>
            <a:lvl3pPr marL="540045" indent="0">
              <a:buNone/>
              <a:defRPr sz="1417"/>
            </a:lvl3pPr>
            <a:lvl4pPr marL="810067" indent="0">
              <a:buNone/>
              <a:defRPr sz="1181"/>
            </a:lvl4pPr>
            <a:lvl5pPr marL="1080089" indent="0">
              <a:buNone/>
              <a:defRPr sz="1181"/>
            </a:lvl5pPr>
            <a:lvl6pPr marL="1350112" indent="0">
              <a:buNone/>
              <a:defRPr sz="1181"/>
            </a:lvl6pPr>
            <a:lvl7pPr marL="1620134" indent="0">
              <a:buNone/>
              <a:defRPr sz="1181"/>
            </a:lvl7pPr>
            <a:lvl8pPr marL="1890156" indent="0">
              <a:buNone/>
              <a:defRPr sz="1181"/>
            </a:lvl8pPr>
            <a:lvl9pPr marL="2160179" indent="0">
              <a:buNone/>
              <a:defRPr sz="118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620202"/>
            <a:ext cx="1741858" cy="3001626"/>
          </a:xfrm>
        </p:spPr>
        <p:txBody>
          <a:bodyPr/>
          <a:lstStyle>
            <a:lvl1pPr marL="0" indent="0">
              <a:buNone/>
              <a:defRPr sz="945"/>
            </a:lvl1pPr>
            <a:lvl2pPr marL="270022" indent="0">
              <a:buNone/>
              <a:defRPr sz="827"/>
            </a:lvl2pPr>
            <a:lvl3pPr marL="540045" indent="0">
              <a:buNone/>
              <a:defRPr sz="709"/>
            </a:lvl3pPr>
            <a:lvl4pPr marL="810067" indent="0">
              <a:buNone/>
              <a:defRPr sz="591"/>
            </a:lvl4pPr>
            <a:lvl5pPr marL="1080089" indent="0">
              <a:buNone/>
              <a:defRPr sz="591"/>
            </a:lvl5pPr>
            <a:lvl6pPr marL="1350112" indent="0">
              <a:buNone/>
              <a:defRPr sz="591"/>
            </a:lvl6pPr>
            <a:lvl7pPr marL="1620134" indent="0">
              <a:buNone/>
              <a:defRPr sz="591"/>
            </a:lvl7pPr>
            <a:lvl8pPr marL="1890156" indent="0">
              <a:buNone/>
              <a:defRPr sz="591"/>
            </a:lvl8pPr>
            <a:lvl9pPr marL="2160179" indent="0">
              <a:buNone/>
              <a:defRPr sz="59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7170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910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287536"/>
            <a:ext cx="1164521" cy="457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287536"/>
            <a:ext cx="3426053" cy="457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421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287537"/>
            <a:ext cx="4658082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1437680"/>
            <a:ext cx="4658082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8225D9-632A-4021-8CCB-7044F1A47014}" type="datetimeFigureOut">
              <a:rPr lang="en-GB" smtClean="0"/>
              <a:t>10/06/2024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5005627"/>
            <a:ext cx="182272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5005627"/>
            <a:ext cx="1215152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A11FA-B072-4509-A154-EA96C035867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392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40045" rtl="0" eaLnBrk="1" latinLnBrk="0" hangingPunct="1">
        <a:lnSpc>
          <a:spcPct val="90000"/>
        </a:lnSpc>
        <a:spcBef>
          <a:spcPct val="0"/>
        </a:spcBef>
        <a:buNone/>
        <a:defRPr sz="2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5011" indent="-135011" algn="l" defTabSz="540045" rtl="0" eaLnBrk="1" latinLnBrk="0" hangingPunct="1">
        <a:lnSpc>
          <a:spcPct val="90000"/>
        </a:lnSpc>
        <a:spcBef>
          <a:spcPts val="591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1pPr>
      <a:lvl2pPr marL="40503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675056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181" kern="1200">
          <a:solidFill>
            <a:schemeClr val="tx1"/>
          </a:solidFill>
          <a:latin typeface="+mn-lt"/>
          <a:ea typeface="+mn-ea"/>
          <a:cs typeface="+mn-cs"/>
        </a:defRPr>
      </a:lvl3pPr>
      <a:lvl4pPr marL="945078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21510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485123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755145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2025167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295190" indent="-135011" algn="l" defTabSz="540045" rtl="0" eaLnBrk="1" latinLnBrk="0" hangingPunct="1">
        <a:lnSpc>
          <a:spcPct val="90000"/>
        </a:lnSpc>
        <a:spcBef>
          <a:spcPts val="295"/>
        </a:spcBef>
        <a:buFont typeface="Arial" panose="020B0604020202020204" pitchFamily="34" charset="0"/>
        <a:buChar char="•"/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1pPr>
      <a:lvl2pPr marL="27002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2pPr>
      <a:lvl3pPr marL="540045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3pPr>
      <a:lvl4pPr marL="810067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4pPr>
      <a:lvl5pPr marL="108008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5pPr>
      <a:lvl6pPr marL="1350112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6pPr>
      <a:lvl7pPr marL="1620134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7pPr>
      <a:lvl8pPr marL="1890156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8pPr>
      <a:lvl9pPr marL="2160179" algn="l" defTabSz="540045" rtl="0" eaLnBrk="1" latinLnBrk="0" hangingPunct="1">
        <a:defRPr sz="1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D1FD9E0E-0D04-4B32-86B2-36921BF9F7B1}"/>
              </a:ext>
            </a:extLst>
          </p:cNvPr>
          <p:cNvGrpSpPr/>
          <p:nvPr/>
        </p:nvGrpSpPr>
        <p:grpSpPr>
          <a:xfrm>
            <a:off x="1346773" y="2951554"/>
            <a:ext cx="3154687" cy="646332"/>
            <a:chOff x="1346773" y="2951554"/>
            <a:chExt cx="3154687" cy="6463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EC36F1-8182-4099-8A75-0524F4164147}"/>
                </a:ext>
              </a:extLst>
            </p:cNvPr>
            <p:cNvSpPr txBox="1"/>
            <p:nvPr/>
          </p:nvSpPr>
          <p:spPr>
            <a:xfrm>
              <a:off x="1346773" y="2951555"/>
              <a:ext cx="4876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b="1" dirty="0">
                  <a:latin typeface="Tempus Sans ITC" panose="04020404030D07020202" pitchFamily="82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6A0D55-6549-4BDE-A434-70EA3FCDCCF8}"/>
                </a:ext>
              </a:extLst>
            </p:cNvPr>
            <p:cNvSpPr txBox="1"/>
            <p:nvPr/>
          </p:nvSpPr>
          <p:spPr>
            <a:xfrm>
              <a:off x="4053902" y="2951554"/>
              <a:ext cx="4475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b="1" dirty="0">
                  <a:latin typeface="Tempus Sans ITC" panose="04020404030D07020202" pitchFamily="82" charset="0"/>
                  <a:cs typeface="Times New Roman" panose="02020603050405020304" pitchFamily="18" charset="0"/>
                </a:rPr>
                <a:t>Y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214AD43-937A-42E1-BEE0-99A243968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683" y="3077580"/>
              <a:ext cx="2548617" cy="3942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320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B01DAE-27FB-4E88-9D83-DDC0791855DF}"/>
              </a:ext>
            </a:extLst>
          </p:cNvPr>
          <p:cNvSpPr txBox="1"/>
          <p:nvPr/>
        </p:nvSpPr>
        <p:spPr>
          <a:xfrm>
            <a:off x="576355" y="1137387"/>
            <a:ext cx="474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Z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1FD9E0E-0D04-4B32-86B2-36921BF9F7B1}"/>
              </a:ext>
            </a:extLst>
          </p:cNvPr>
          <p:cNvGrpSpPr/>
          <p:nvPr/>
        </p:nvGrpSpPr>
        <p:grpSpPr>
          <a:xfrm>
            <a:off x="1346773" y="2951554"/>
            <a:ext cx="3154687" cy="646332"/>
            <a:chOff x="1346773" y="2951554"/>
            <a:chExt cx="3154687" cy="646332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0AEC36F1-8182-4099-8A75-0524F4164147}"/>
                </a:ext>
              </a:extLst>
            </p:cNvPr>
            <p:cNvSpPr txBox="1"/>
            <p:nvPr/>
          </p:nvSpPr>
          <p:spPr>
            <a:xfrm>
              <a:off x="1346773" y="2951555"/>
              <a:ext cx="4876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b="1" dirty="0">
                  <a:latin typeface="Tempus Sans ITC" panose="04020404030D07020202" pitchFamily="82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6A0D55-6549-4BDE-A434-70EA3FCDCCF8}"/>
                </a:ext>
              </a:extLst>
            </p:cNvPr>
            <p:cNvSpPr txBox="1"/>
            <p:nvPr/>
          </p:nvSpPr>
          <p:spPr>
            <a:xfrm>
              <a:off x="4053902" y="2951554"/>
              <a:ext cx="4475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b="1" dirty="0">
                  <a:latin typeface="Tempus Sans ITC" panose="04020404030D07020202" pitchFamily="82" charset="0"/>
                  <a:cs typeface="Times New Roman" panose="02020603050405020304" pitchFamily="18" charset="0"/>
                </a:rPr>
                <a:t>Y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C214AD43-937A-42E1-BEE0-99A2439682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683" y="3077580"/>
              <a:ext cx="2548617" cy="394283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6FA0E8F3-A0BE-478B-9177-A3BE0B3B2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706638">
            <a:off x="235109" y="2142017"/>
            <a:ext cx="1632112" cy="3942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E47A66-551B-4386-B9D0-5D44EE46B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37404">
            <a:off x="573640" y="2039958"/>
            <a:ext cx="4032816" cy="39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514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B01DAE-27FB-4E88-9D83-DDC0791855DF}"/>
              </a:ext>
            </a:extLst>
          </p:cNvPr>
          <p:cNvSpPr txBox="1"/>
          <p:nvPr/>
        </p:nvSpPr>
        <p:spPr>
          <a:xfrm>
            <a:off x="2556181" y="1538412"/>
            <a:ext cx="474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A0E8F3-A0BE-478B-9177-A3BE0B3B2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32386">
            <a:off x="1298958" y="2249997"/>
            <a:ext cx="1632112" cy="3942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E47A66-551B-4386-B9D0-5D44EE46B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762267">
            <a:off x="2644877" y="2307295"/>
            <a:ext cx="1760024" cy="394283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5166C46E-ABAB-457E-87FC-DCCEE855D419}"/>
              </a:ext>
            </a:extLst>
          </p:cNvPr>
          <p:cNvGrpSpPr/>
          <p:nvPr/>
        </p:nvGrpSpPr>
        <p:grpSpPr>
          <a:xfrm>
            <a:off x="1346773" y="2951554"/>
            <a:ext cx="3154687" cy="646332"/>
            <a:chOff x="1346773" y="2951554"/>
            <a:chExt cx="3154687" cy="646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B46F3B4-450B-4C32-B722-876E4EB4ECC6}"/>
                </a:ext>
              </a:extLst>
            </p:cNvPr>
            <p:cNvSpPr txBox="1"/>
            <p:nvPr/>
          </p:nvSpPr>
          <p:spPr>
            <a:xfrm>
              <a:off x="1346773" y="2951555"/>
              <a:ext cx="4876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b="1" dirty="0">
                  <a:latin typeface="Tempus Sans ITC" panose="04020404030D07020202" pitchFamily="82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6AF9BC-3E3A-46A6-8858-4C69B64145D9}"/>
                </a:ext>
              </a:extLst>
            </p:cNvPr>
            <p:cNvSpPr txBox="1"/>
            <p:nvPr/>
          </p:nvSpPr>
          <p:spPr>
            <a:xfrm>
              <a:off x="4053902" y="2951554"/>
              <a:ext cx="4475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b="1" dirty="0">
                  <a:latin typeface="Tempus Sans ITC" panose="04020404030D07020202" pitchFamily="82" charset="0"/>
                  <a:cs typeface="Times New Roman" panose="02020603050405020304" pitchFamily="18" charset="0"/>
                </a:rPr>
                <a:t>Y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5C6C6B2-68A5-478F-9668-4CE8F30D5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683" y="3077580"/>
              <a:ext cx="2548617" cy="39428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41265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A0E8F3-A0BE-478B-9177-A3BE0B3B28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32386">
            <a:off x="1298958" y="2249997"/>
            <a:ext cx="1632112" cy="3942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3E47A66-551B-4386-B9D0-5D44EE46B4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59815">
            <a:off x="2708788" y="2249996"/>
            <a:ext cx="1760024" cy="394283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5166C46E-ABAB-457E-87FC-DCCEE855D419}"/>
              </a:ext>
            </a:extLst>
          </p:cNvPr>
          <p:cNvGrpSpPr/>
          <p:nvPr/>
        </p:nvGrpSpPr>
        <p:grpSpPr>
          <a:xfrm>
            <a:off x="1346773" y="2951554"/>
            <a:ext cx="3154687" cy="646332"/>
            <a:chOff x="1346773" y="2951554"/>
            <a:chExt cx="3154687" cy="646332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8B46F3B4-450B-4C32-B722-876E4EB4ECC6}"/>
                </a:ext>
              </a:extLst>
            </p:cNvPr>
            <p:cNvSpPr txBox="1"/>
            <p:nvPr/>
          </p:nvSpPr>
          <p:spPr>
            <a:xfrm>
              <a:off x="1346773" y="2951555"/>
              <a:ext cx="4876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b="1" dirty="0">
                  <a:latin typeface="Tempus Sans ITC" panose="04020404030D07020202" pitchFamily="82" charset="0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E6AF9BC-3E3A-46A6-8858-4C69B64145D9}"/>
                </a:ext>
              </a:extLst>
            </p:cNvPr>
            <p:cNvSpPr txBox="1"/>
            <p:nvPr/>
          </p:nvSpPr>
          <p:spPr>
            <a:xfrm>
              <a:off x="4053902" y="2951554"/>
              <a:ext cx="44755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3600" b="1" dirty="0">
                  <a:latin typeface="Tempus Sans ITC" panose="04020404030D07020202" pitchFamily="82" charset="0"/>
                  <a:cs typeface="Times New Roman" panose="02020603050405020304" pitchFamily="18" charset="0"/>
                </a:rPr>
                <a:t>Y</a:t>
              </a:r>
            </a:p>
          </p:txBody>
        </p: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5C6C6B2-68A5-478F-9668-4CE8F30D5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56683" y="3077580"/>
              <a:ext cx="2548617" cy="394283"/>
            </a:xfrm>
            <a:prstGeom prst="rect">
              <a:avLst/>
            </a:prstGeom>
          </p:spPr>
        </p:pic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85D32C2-D714-4E94-AFED-B9777CD5B629}"/>
              </a:ext>
            </a:extLst>
          </p:cNvPr>
          <p:cNvSpPr txBox="1"/>
          <p:nvPr/>
        </p:nvSpPr>
        <p:spPr>
          <a:xfrm>
            <a:off x="2556181" y="1538412"/>
            <a:ext cx="4748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>
                <a:latin typeface="Tempus Sans ITC" panose="04020404030D07020202" pitchFamily="82" charset="0"/>
                <a:cs typeface="Times New Roman" panose="02020603050405020304" pitchFamily="18" charset="0"/>
              </a:rPr>
              <a:t>Z</a:t>
            </a:r>
          </a:p>
        </p:txBody>
      </p:sp>
    </p:spTree>
    <p:extLst>
      <p:ext uri="{BB962C8B-B14F-4D97-AF65-F5344CB8AC3E}">
        <p14:creationId xmlns:p14="http://schemas.microsoft.com/office/powerpoint/2010/main" val="3529737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F71CA7A-D146-4FC7-A5AD-8ADF80E67D74}"/>
              </a:ext>
            </a:extLst>
          </p:cNvPr>
          <p:cNvSpPr txBox="1"/>
          <p:nvPr/>
        </p:nvSpPr>
        <p:spPr>
          <a:xfrm>
            <a:off x="3583978" y="68293"/>
            <a:ext cx="4221061" cy="2134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Top. Estimating the effect of x on y when controlling for x2 is not what we would get if we were to ‘intervene’ on x. </a:t>
            </a:r>
          </a:p>
          <a:p>
            <a:r>
              <a:rPr lang="en-GB" dirty="0"/>
              <a:t>If we intervene on x, then x2 changes, and so does y. </a:t>
            </a:r>
          </a:p>
          <a:p>
            <a:r>
              <a:rPr lang="en-GB" dirty="0"/>
              <a:t>So we don’t want to control for x2, because that removes some of the effect of x.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Bottom. </a:t>
            </a:r>
          </a:p>
          <a:p>
            <a:r>
              <a:rPr lang="en-GB" dirty="0"/>
              <a:t>Controlling for x2 is a good thing. </a:t>
            </a:r>
          </a:p>
          <a:p>
            <a:r>
              <a:rPr lang="en-GB" dirty="0"/>
              <a:t>What we want is to estimate what would happen when ‘intervening’ on x.</a:t>
            </a:r>
          </a:p>
          <a:p>
            <a:r>
              <a:rPr lang="en-GB" dirty="0"/>
              <a:t>An intervention is just keeping everything the same but changing x. </a:t>
            </a:r>
          </a:p>
          <a:p>
            <a:r>
              <a:rPr lang="en-GB" dirty="0"/>
              <a:t>Here, if we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1D4CB0-B6B3-4B78-A789-7445E25CEABF}"/>
              </a:ext>
            </a:extLst>
          </p:cNvPr>
          <p:cNvSpPr/>
          <p:nvPr/>
        </p:nvSpPr>
        <p:spPr>
          <a:xfrm>
            <a:off x="-2404364" y="124275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A7887E6-5BE0-4FCE-862C-43E31279130B}"/>
              </a:ext>
            </a:extLst>
          </p:cNvPr>
          <p:cNvSpPr/>
          <p:nvPr/>
        </p:nvSpPr>
        <p:spPr>
          <a:xfrm>
            <a:off x="-800669" y="-257479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B63A1D-3994-4211-ABCB-433608E8FDA4}"/>
              </a:ext>
            </a:extLst>
          </p:cNvPr>
          <p:cNvSpPr/>
          <p:nvPr/>
        </p:nvSpPr>
        <p:spPr>
          <a:xfrm>
            <a:off x="970806" y="124275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BA1E67-816C-4673-93F9-E07F91B38417}"/>
              </a:ext>
            </a:extLst>
          </p:cNvPr>
          <p:cNvCxnSpPr>
            <a:endCxn id="8" idx="1"/>
          </p:cNvCxnSpPr>
          <p:nvPr/>
        </p:nvCxnSpPr>
        <p:spPr>
          <a:xfrm flipV="1">
            <a:off x="-1456409" y="199722"/>
            <a:ext cx="655740" cy="104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A2A6B61-D42F-47C0-AD45-058432896DC3}"/>
              </a:ext>
            </a:extLst>
          </p:cNvPr>
          <p:cNvCxnSpPr>
            <a:stCxn id="8" idx="3"/>
            <a:endCxn id="9" idx="0"/>
          </p:cNvCxnSpPr>
          <p:nvPr/>
        </p:nvCxnSpPr>
        <p:spPr>
          <a:xfrm>
            <a:off x="113732" y="199722"/>
            <a:ext cx="1314275" cy="1043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C3D9DA-8FDD-4640-ABC4-F2A01275FF6D}"/>
              </a:ext>
            </a:extLst>
          </p:cNvPr>
          <p:cNvCxnSpPr>
            <a:stCxn id="2" idx="3"/>
            <a:endCxn id="9" idx="1"/>
          </p:cNvCxnSpPr>
          <p:nvPr/>
        </p:nvCxnSpPr>
        <p:spPr>
          <a:xfrm>
            <a:off x="-1489964" y="1699950"/>
            <a:ext cx="246077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C972F37-AE3F-418C-AD43-45E26F0305FE}"/>
              </a:ext>
            </a:extLst>
          </p:cNvPr>
          <p:cNvSpPr/>
          <p:nvPr/>
        </p:nvSpPr>
        <p:spPr>
          <a:xfrm>
            <a:off x="-1947164" y="451865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AFB8D3-4E1F-4150-A588-A14A8EE14522}"/>
              </a:ext>
            </a:extLst>
          </p:cNvPr>
          <p:cNvSpPr/>
          <p:nvPr/>
        </p:nvSpPr>
        <p:spPr>
          <a:xfrm>
            <a:off x="-1947164" y="274298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x2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C7C87C2-4F8D-4FCC-8E89-8D632F9D4FB0}"/>
              </a:ext>
            </a:extLst>
          </p:cNvPr>
          <p:cNvSpPr/>
          <p:nvPr/>
        </p:nvSpPr>
        <p:spPr>
          <a:xfrm>
            <a:off x="1018344" y="439002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B4F6811-4343-412E-966E-96509CEF2029}"/>
              </a:ext>
            </a:extLst>
          </p:cNvPr>
          <p:cNvCxnSpPr>
            <a:cxnSpLocks/>
            <a:stCxn id="16" idx="2"/>
            <a:endCxn id="15" idx="0"/>
          </p:cNvCxnSpPr>
          <p:nvPr/>
        </p:nvCxnSpPr>
        <p:spPr>
          <a:xfrm>
            <a:off x="-1489964" y="3657380"/>
            <a:ext cx="0" cy="8612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ACF85EF-2167-4FDA-82E1-266F6E024398}"/>
              </a:ext>
            </a:extLst>
          </p:cNvPr>
          <p:cNvCxnSpPr>
            <a:stCxn id="16" idx="3"/>
            <a:endCxn id="17" idx="0"/>
          </p:cNvCxnSpPr>
          <p:nvPr/>
        </p:nvCxnSpPr>
        <p:spPr>
          <a:xfrm>
            <a:off x="-1032764" y="3200180"/>
            <a:ext cx="2508308" cy="11898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475B8BA-32CB-4E3F-8291-BE4FAB565908}"/>
              </a:ext>
            </a:extLst>
          </p:cNvPr>
          <p:cNvCxnSpPr>
            <a:stCxn id="15" idx="3"/>
            <a:endCxn id="17" idx="1"/>
          </p:cNvCxnSpPr>
          <p:nvPr/>
        </p:nvCxnSpPr>
        <p:spPr>
          <a:xfrm flipV="1">
            <a:off x="-1032764" y="4847220"/>
            <a:ext cx="2051108" cy="1286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2756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1267</TotalTime>
  <Words>122</Words>
  <Application>Microsoft Office PowerPoint</Application>
  <PresentationFormat>Custom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Tempus Sans ITC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Josiah King</dc:creator>
  <cp:lastModifiedBy>Josiah King</cp:lastModifiedBy>
  <cp:revision>10</cp:revision>
  <dcterms:created xsi:type="dcterms:W3CDTF">2024-05-30T12:53:08Z</dcterms:created>
  <dcterms:modified xsi:type="dcterms:W3CDTF">2024-06-11T12:00:49Z</dcterms:modified>
</cp:coreProperties>
</file>