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87" r:id="rId5"/>
    <p:sldId id="261" r:id="rId6"/>
    <p:sldId id="262" r:id="rId7"/>
    <p:sldId id="263" r:id="rId8"/>
    <p:sldId id="279" r:id="rId9"/>
    <p:sldId id="288" r:id="rId10"/>
    <p:sldId id="290" r:id="rId11"/>
    <p:sldId id="264" r:id="rId12"/>
    <p:sldId id="289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92" r:id="rId26"/>
    <p:sldId id="291" r:id="rId27"/>
    <p:sldId id="280" r:id="rId28"/>
    <p:sldId id="277" r:id="rId29"/>
    <p:sldId id="278" r:id="rId30"/>
    <p:sldId id="293" r:id="rId31"/>
    <p:sldId id="281" r:id="rId32"/>
    <p:sldId id="282" r:id="rId33"/>
    <p:sldId id="283" r:id="rId34"/>
    <p:sldId id="284" r:id="rId35"/>
    <p:sldId id="286" r:id="rId36"/>
    <p:sldId id="285" r:id="rId37"/>
    <p:sldId id="29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3" autoAdjust="0"/>
    <p:restoredTop sz="96323" autoAdjust="0"/>
  </p:normalViewPr>
  <p:slideViewPr>
    <p:cSldViewPr snapToGrid="0">
      <p:cViewPr varScale="1">
        <p:scale>
          <a:sx n="113" d="100"/>
          <a:sy n="113" d="100"/>
        </p:scale>
        <p:origin x="5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C93D4-059B-41BF-83DB-4F153157D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97933-D7D6-43B8-BF78-DEF44054F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36244-0C2B-4E4A-8927-D993F2E2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74BE5-E0E3-4FFF-8780-A45D2B74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B471B-3934-4525-A647-95A711D7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773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BE8E-5D8E-467D-ABA2-5103BACE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25ADB-1F8C-4546-A25E-F345B9A68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6B0EF-C6BA-4082-A29F-45B8AEB6F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A4569-CC87-44AB-9317-D36B8F098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3B94A-F308-4BDE-8B60-AD6B472D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584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8713-DDF9-4EF8-972B-AC251DDF0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7CD37-C185-4581-970C-191681AB7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779A0-C3BF-4F6B-8988-86C73EEF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56F77-CAE1-456E-A9E7-22EF71C7C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FBE2C-A1A1-4E49-87F5-E6840632A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660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EAAA3-68D2-4D88-872D-33FDE1EC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F8718-62BE-44F3-82C3-B530CE6DB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4E7AB-2A9A-4BCC-8E35-F8F23C211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EBEF8-7060-4EC7-9D9E-8FEE44B0E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BDAA6-88D4-417C-9E81-3A5D6801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BFE7F-44A5-4F82-AA02-5D2C01AA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71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85C2-45F2-4C3F-BCB5-8204D864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0B0FD-0032-4B06-8C76-9DF384656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A2F96-321F-4AF8-8CB1-341714918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7D98C2-9B11-4AE5-A244-19D3C99A00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5804C0-C499-4916-BE61-103F13F5BC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98EE5-9F28-49F1-AB02-D6BDA916A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BEFE21-BACE-4356-888A-29AA45E5B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CB0B4E-943D-47CE-9934-CA042CC1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40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7329-6A6A-40AC-AF0F-635AE6AA1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888357-6338-46C2-BC69-0D30A40F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C6A4AE-50B3-4AC0-A94B-3AD39B7BA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F7335-BF41-4E0C-B0ED-C05A8D7A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693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3FB945-0603-48AB-AF23-EF9583FB2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D898E3-643E-4813-9E23-A7C18828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9D788-B682-44D0-B3DD-5432B3F0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872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9903-75EB-416B-B380-5F797E883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B88FA-4574-4017-9C2D-B092DF410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B5D4E3-E054-4EFB-9A28-7C3647EF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38727-40CA-4C95-B0C7-9F508C79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DFF9-9CF5-4D31-AC7E-1B18ED00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C59FA-2BDB-47A4-BCE0-3473023A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34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51D0-BB36-4A9A-A8F0-6270A7FC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1F471-9BDF-41CE-9FB4-8F51255618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17FF8-923B-4DEC-916A-38D67E519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C52BA-82CA-4CD0-805E-3A16D5147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C6D69-0144-4B09-A6D4-9A49334FE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C5F56-402F-4B8A-B73F-835EBF74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83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33C3B-9157-4F8F-B436-4D208A2EC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07718-1F3D-4088-8A7F-AFDCF6EA3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EDAE7-09A4-45DD-9E37-C5CDBFDA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FB3B9-25F0-4BFE-8BEE-E849FECA8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F6FA7-F7E5-4E61-A0D7-1E79C137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595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5DE137-CDA7-46D2-BCF4-F1B380DE1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14151-CF74-4F98-A896-E71E0DD0C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D7F8B-C9DD-4158-817D-600DE310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B17FD-807F-4F8F-9356-E62F2883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43651-5C4B-4F0B-B7CE-5532A1E2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38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87E5D-DECD-4575-861B-AD7A7D91C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E502C-A25D-422E-B005-67D32260B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364FC-09D7-4008-BA26-AE790707A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C75C6-7696-4000-9208-9546B6E90450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4339B-F12E-4CDD-A7C1-5F172545A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BEC25-F620-485A-B34B-0EEDB8591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02B84-D9E6-4022-A827-8E537B1070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15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1.png"/><Relationship Id="rId7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079EC8E1-FE25-40F3-9F82-8D9E36F51E44}"/>
              </a:ext>
            </a:extLst>
          </p:cNvPr>
          <p:cNvGrpSpPr/>
          <p:nvPr/>
        </p:nvGrpSpPr>
        <p:grpSpPr>
          <a:xfrm>
            <a:off x="2369701" y="2305771"/>
            <a:ext cx="1913467" cy="1913467"/>
            <a:chOff x="1683986" y="164675"/>
            <a:chExt cx="1913467" cy="1913467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9FA4218-3F77-4155-9192-C258510D2BC6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05B6DF-17AC-4848-AD31-E9C06DBB0B03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0E2ADB4-FF57-4651-B688-BDEBACDD4730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67506A8-00C5-4551-ADEE-AECEBBEC01FB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449192D-1DE6-4E18-A3DD-2EF8A360482C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5D1674-4461-4C45-A13A-D7EFCBCFC1AB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9614CB8-3729-4C3D-A3E5-163AF3BA1B4C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C123A1D-5101-48ED-9467-0F6781F95EB0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6B5167-1307-4C0C-BBCF-897BE841988D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E8CA8-456B-4D5A-A226-7407BE4BF607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FA1A771-D0A9-4465-8C2F-88E27A1AC016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EF7CE18-4356-416D-BB71-4DC8DEAE50BE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74E870D-B7A0-4133-9827-3DA3C5B3BD89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8D23045-0B8B-4368-B8C8-363D91C6D05E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BB72807-1308-4FAA-8F4A-F4354DBCF32F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D544800-206B-4B60-833B-C64205708454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7A35AE2B-DBDB-4F54-855F-306E7FFD108B}"/>
              </a:ext>
            </a:extLst>
          </p:cNvPr>
          <p:cNvGrpSpPr/>
          <p:nvPr/>
        </p:nvGrpSpPr>
        <p:grpSpPr>
          <a:xfrm>
            <a:off x="7924734" y="2306202"/>
            <a:ext cx="1913467" cy="1913467"/>
            <a:chOff x="4273591" y="2277533"/>
            <a:chExt cx="1913467" cy="1913467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AD6B4197-C797-445A-9F53-D2992F43FC9C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8E6A3AB-4AAB-493C-AC9F-6E0683C35094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F1F96770-5E40-480E-9FFA-AD09574E7A17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4966BFE-E282-49D7-BB30-684D5BA0E917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C46B95B-1B53-4277-BC44-03F17787CFD7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668156E-2EF1-45BC-8520-01ECB865ECB0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ED3F102-ADAD-4091-ABCE-9763CC5A0057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86DF79B-9D97-45CC-97C5-AE2473621AA9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59F0D4D-7F7E-4A40-96A1-D0E3280E67AA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2C18431-EDB3-41BE-A42B-5E504E694DCE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3980D59-BC12-4EBB-8B9B-B152520B86DA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7AC3779-1003-454D-8746-374B1A4257E9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AD223B40-BFC4-43F2-81D5-F0EE18BFA559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3D7D14A-6DE3-4315-8B27-29A310555C35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65EC4176-F013-4EFF-B313-084D1957CAD9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57D2290-1B20-4499-A679-5969AB56CDF6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/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blipFill>
                <a:blip r:embed="rId2"/>
                <a:stretch>
                  <a:fillRect l="-3462" r="-230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/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blipFill>
                <a:blip r:embed="rId3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375A6E93-190F-4E18-9A76-9F30300495B4}"/>
              </a:ext>
            </a:extLst>
          </p:cNvPr>
          <p:cNvSpPr/>
          <p:nvPr/>
        </p:nvSpPr>
        <p:spPr>
          <a:xfrm>
            <a:off x="245912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62018E-8FF1-4302-B929-D7B93161E71D}"/>
              </a:ext>
            </a:extLst>
          </p:cNvPr>
          <p:cNvSpPr/>
          <p:nvPr/>
        </p:nvSpPr>
        <p:spPr>
          <a:xfrm>
            <a:off x="794934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DD90D7-E1FE-48D2-BFC4-528AF49087E3}"/>
              </a:ext>
            </a:extLst>
          </p:cNvPr>
          <p:cNvSpPr txBox="1"/>
          <p:nvPr/>
        </p:nvSpPr>
        <p:spPr>
          <a:xfrm>
            <a:off x="2065768" y="102417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C3470D6-AF79-456A-9CB2-FBA9DEBF4E47}"/>
              </a:ext>
            </a:extLst>
          </p:cNvPr>
          <p:cNvSpPr txBox="1"/>
          <p:nvPr/>
        </p:nvSpPr>
        <p:spPr>
          <a:xfrm>
            <a:off x="7620801" y="101795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7C8DF55-F81C-431B-B8EA-3F8D14B55DF6}"/>
              </a:ext>
            </a:extLst>
          </p:cNvPr>
          <p:cNvSpPr txBox="1"/>
          <p:nvPr/>
        </p:nvSpPr>
        <p:spPr>
          <a:xfrm>
            <a:off x="362079" y="116614"/>
            <a:ext cx="52484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Two populations, two rates</a:t>
            </a:r>
          </a:p>
        </p:txBody>
      </p:sp>
    </p:spTree>
    <p:extLst>
      <p:ext uri="{BB962C8B-B14F-4D97-AF65-F5344CB8AC3E}">
        <p14:creationId xmlns:p14="http://schemas.microsoft.com/office/powerpoint/2010/main" val="1320443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E9788F4-BB29-48BC-9046-D37362E9009D}"/>
              </a:ext>
            </a:extLst>
          </p:cNvPr>
          <p:cNvGrpSpPr/>
          <p:nvPr/>
        </p:nvGrpSpPr>
        <p:grpSpPr>
          <a:xfrm>
            <a:off x="2369700" y="2305771"/>
            <a:ext cx="1913467" cy="1913467"/>
            <a:chOff x="1683986" y="164675"/>
            <a:chExt cx="1913467" cy="1913467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5DB8548-E94A-4913-82A0-3034359CD7F3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A017965C-6999-4D08-A9A1-7D4E3A6DB038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DB0C8EC-CF29-445D-988D-B43B690115BB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D6DE867-02E4-484C-8776-0CE80B376EAB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EACEE7E-19F7-4F50-ADBA-573210379D70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DE5807B-97F8-4940-8E95-5B43A8D8BCF7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40F16044-BBDA-4350-AA96-3F3DDE1CA937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225B6969-7D2F-4462-8466-B3F501A34CE9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AEDC650D-98AF-4E83-B988-288BC688D692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909BBFF8-4E9A-420D-BCF5-B422A3B7E3ED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9593E36E-FF7E-48FA-98C6-DBBAB2E2A8D6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35E0100-EBF6-4EB7-A0E3-E4E7E9ECDB35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5E8167A-9284-4D0A-8C86-26FFDC4C691C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44A946A-48EB-4707-BAB7-92EDCD67A410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71BFE539-A7E3-46FB-B0FC-6649C6A9061F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175DAFF-9806-4D77-8205-76C4503AED62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FBB2B62-7B14-44F6-8B2F-3AB494159ECF}"/>
              </a:ext>
            </a:extLst>
          </p:cNvPr>
          <p:cNvGrpSpPr/>
          <p:nvPr/>
        </p:nvGrpSpPr>
        <p:grpSpPr>
          <a:xfrm>
            <a:off x="7924733" y="2306202"/>
            <a:ext cx="1913467" cy="1913467"/>
            <a:chOff x="4273591" y="2277533"/>
            <a:chExt cx="1913467" cy="1913467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26D8A446-FE0E-4D3D-9994-E03402E28E54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36F2ABC-40FB-4320-ADAC-BBC0E9CE7A9B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38023EF8-2CF3-46EB-AD50-B4A3E1614602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F1BAE1C-622A-4E45-9C7F-03ACC7D52776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FB680B0-0B4B-4043-949B-6A6C5DEE2860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B1E7EEA5-7F93-4A1F-9D31-47C1EB93D228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E733C33-6D24-46C3-A07C-6EEE365C16E4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D0BF3D9-F009-44AD-9065-0D8DB71DB2FC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110AC7D9-5C8E-4ACA-AC78-09A5FEE423D9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E77521F-5055-49BE-8A13-CA504D99BADF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78E2D70-3193-4069-A80D-C143B850D559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C0685B6A-CEC2-4AFF-B936-92BE98353C80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D4F12F61-AC8D-427A-9577-CDBC3B6801BB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340BBA9A-42FC-4900-A3BE-B2FC14E81C30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BDCA865-D4CE-4053-BCAA-EB133B20A447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E48F934D-885B-43A9-BDED-2700DE5DF444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/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5780D8A-0B04-40DD-8229-523CA704F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1762498"/>
                <a:ext cx="1586140" cy="485774"/>
              </a:xfrm>
              <a:prstGeom prst="rect">
                <a:avLst/>
              </a:prstGeom>
              <a:blipFill>
                <a:blip r:embed="rId2"/>
                <a:stretch>
                  <a:fillRect l="-3462" r="-230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/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F95AF3BB-CD77-45A8-8033-EA5D04B8F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1753622"/>
                <a:ext cx="1927035" cy="485774"/>
              </a:xfrm>
              <a:prstGeom prst="rect">
                <a:avLst/>
              </a:prstGeom>
              <a:blipFill>
                <a:blip r:embed="rId3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90">
            <a:extLst>
              <a:ext uri="{FF2B5EF4-FFF2-40B4-BE49-F238E27FC236}">
                <a16:creationId xmlns:a16="http://schemas.microsoft.com/office/drawing/2014/main" id="{375A6E93-190F-4E18-9A76-9F30300495B4}"/>
              </a:ext>
            </a:extLst>
          </p:cNvPr>
          <p:cNvSpPr/>
          <p:nvPr/>
        </p:nvSpPr>
        <p:spPr>
          <a:xfrm>
            <a:off x="245912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62018E-8FF1-4302-B929-D7B93161E71D}"/>
              </a:ext>
            </a:extLst>
          </p:cNvPr>
          <p:cNvSpPr/>
          <p:nvPr/>
        </p:nvSpPr>
        <p:spPr>
          <a:xfrm>
            <a:off x="7949348" y="1944410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9B93E4F-2B58-46B6-8E0A-8E5C910394B9}"/>
                  </a:ext>
                </a:extLst>
              </p:cNvPr>
              <p:cNvSpPr txBox="1"/>
              <p:nvPr/>
            </p:nvSpPr>
            <p:spPr>
              <a:xfrm>
                <a:off x="2462774" y="4468238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9B93E4F-2B58-46B6-8E0A-8E5C91039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774" y="4468238"/>
                <a:ext cx="1920778" cy="489686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0A1C1F6-B381-4679-8078-8D7BCD9F983E}"/>
              </a:ext>
            </a:extLst>
          </p:cNvPr>
          <p:cNvGrpSpPr/>
          <p:nvPr/>
        </p:nvGrpSpPr>
        <p:grpSpPr>
          <a:xfrm>
            <a:off x="5441373" y="5479441"/>
            <a:ext cx="1309254" cy="432769"/>
            <a:chOff x="2435363" y="5051154"/>
            <a:chExt cx="1309254" cy="432769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973E249-B002-46FC-940B-35537F6E5212}"/>
                </a:ext>
              </a:extLst>
            </p:cNvPr>
            <p:cNvSpPr txBox="1"/>
            <p:nvPr/>
          </p:nvSpPr>
          <p:spPr>
            <a:xfrm>
              <a:off x="3434791" y="5206924"/>
              <a:ext cx="261610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906CE04-6CFE-40AE-9405-4D7B5F1D283C}"/>
                    </a:ext>
                  </a:extLst>
                </p:cNvPr>
                <p:cNvSpPr txBox="1"/>
                <p:nvPr/>
              </p:nvSpPr>
              <p:spPr>
                <a:xfrm>
                  <a:off x="2730699" y="5051154"/>
                  <a:ext cx="734496" cy="369332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GB" dirty="0"/>
                    <a:t>    </a:t>
                  </a:r>
                  <a14:m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906CE04-6CFE-40AE-9405-4D7B5F1D2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0699" y="5051154"/>
                  <a:ext cx="73449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10ABFA6-F69F-44F7-AF41-A4FB54EDB867}"/>
                </a:ext>
              </a:extLst>
            </p:cNvPr>
            <p:cNvSpPr txBox="1"/>
            <p:nvPr/>
          </p:nvSpPr>
          <p:spPr>
            <a:xfrm>
              <a:off x="2483578" y="5192674"/>
              <a:ext cx="261610" cy="2769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+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1B3B48D-92A9-4B43-936B-CE149DFB00DF}"/>
                </a:ext>
              </a:extLst>
            </p:cNvPr>
            <p:cNvSpPr/>
            <p:nvPr/>
          </p:nvSpPr>
          <p:spPr>
            <a:xfrm>
              <a:off x="2547954" y="507285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471ACBD-7682-4EEC-A7E1-7FA34362DB91}"/>
                </a:ext>
              </a:extLst>
            </p:cNvPr>
            <p:cNvSpPr/>
            <p:nvPr/>
          </p:nvSpPr>
          <p:spPr>
            <a:xfrm>
              <a:off x="2435363" y="5279976"/>
              <a:ext cx="118384" cy="1198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4A94AB8-3167-4D35-B7D2-1816DC699360}"/>
                </a:ext>
              </a:extLst>
            </p:cNvPr>
            <p:cNvSpPr/>
            <p:nvPr/>
          </p:nvSpPr>
          <p:spPr>
            <a:xfrm>
              <a:off x="2675020" y="527997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1F31D456-203E-4B94-9ED4-FF413B5DDDFE}"/>
                </a:ext>
              </a:extLst>
            </p:cNvPr>
            <p:cNvCxnSpPr>
              <a:cxnSpLocks/>
            </p:cNvCxnSpPr>
            <p:nvPr/>
          </p:nvCxnSpPr>
          <p:spPr>
            <a:xfrm>
              <a:off x="2435363" y="5235820"/>
              <a:ext cx="358041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32E8026-3193-4B35-9E1E-E9011396FA62}"/>
                </a:ext>
              </a:extLst>
            </p:cNvPr>
            <p:cNvSpPr/>
            <p:nvPr/>
          </p:nvSpPr>
          <p:spPr>
            <a:xfrm>
              <a:off x="3010916" y="5075379"/>
              <a:ext cx="118384" cy="1198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92DF339-58E4-4538-B6C7-BEB4E400FB5F}"/>
                </a:ext>
              </a:extLst>
            </p:cNvPr>
            <p:cNvSpPr/>
            <p:nvPr/>
          </p:nvSpPr>
          <p:spPr>
            <a:xfrm>
              <a:off x="3009991" y="5279976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F9210F7-C36B-48BD-9F25-A9958C0EBB71}"/>
                </a:ext>
              </a:extLst>
            </p:cNvPr>
            <p:cNvCxnSpPr>
              <a:cxnSpLocks/>
            </p:cNvCxnSpPr>
            <p:nvPr/>
          </p:nvCxnSpPr>
          <p:spPr>
            <a:xfrm>
              <a:off x="2995704" y="5238343"/>
              <a:ext cx="15500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BF9C6A8-8B97-4220-85D0-26ECA6622FA9}"/>
                </a:ext>
              </a:extLst>
            </p:cNvPr>
            <p:cNvSpPr/>
            <p:nvPr/>
          </p:nvSpPr>
          <p:spPr>
            <a:xfrm>
              <a:off x="3499167" y="5087105"/>
              <a:ext cx="118384" cy="1198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E7CE397-9363-486D-A3DA-CAC8C7B8583C}"/>
                </a:ext>
              </a:extLst>
            </p:cNvPr>
            <p:cNvSpPr/>
            <p:nvPr/>
          </p:nvSpPr>
          <p:spPr>
            <a:xfrm>
              <a:off x="3386576" y="5294226"/>
              <a:ext cx="118384" cy="1198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D878E54-6A30-4109-AFB4-FA1A88F0244E}"/>
                </a:ext>
              </a:extLst>
            </p:cNvPr>
            <p:cNvSpPr/>
            <p:nvPr/>
          </p:nvSpPr>
          <p:spPr>
            <a:xfrm>
              <a:off x="3626233" y="5294225"/>
              <a:ext cx="118384" cy="1198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4F50D83-1F73-43AC-84A4-DFA309868F69}"/>
                </a:ext>
              </a:extLst>
            </p:cNvPr>
            <p:cNvCxnSpPr>
              <a:cxnSpLocks/>
            </p:cNvCxnSpPr>
            <p:nvPr/>
          </p:nvCxnSpPr>
          <p:spPr>
            <a:xfrm>
              <a:off x="3386576" y="5250070"/>
              <a:ext cx="358041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3509278-725E-45D6-B934-BB18E9028E5D}"/>
                  </a:ext>
                </a:extLst>
              </p:cNvPr>
              <p:cNvSpPr txBox="1"/>
              <p:nvPr/>
            </p:nvSpPr>
            <p:spPr>
              <a:xfrm>
                <a:off x="7884361" y="4465262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3509278-725E-45D6-B934-BB18E9028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361" y="4465262"/>
                <a:ext cx="2121788" cy="485774"/>
              </a:xfrm>
              <a:prstGeom prst="rect">
                <a:avLst/>
              </a:prstGeom>
              <a:blipFill>
                <a:blip r:embed="rId6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D91687B7-9EC7-46C7-B489-95F113D9CC53}"/>
              </a:ext>
            </a:extLst>
          </p:cNvPr>
          <p:cNvGrpSpPr/>
          <p:nvPr/>
        </p:nvGrpSpPr>
        <p:grpSpPr>
          <a:xfrm>
            <a:off x="5052377" y="4729092"/>
            <a:ext cx="1399066" cy="695260"/>
            <a:chOff x="4989864" y="278529"/>
            <a:chExt cx="1399066" cy="69526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0DF6355-0475-4A38-9DCA-587763DB3C84}"/>
                </a:ext>
              </a:extLst>
            </p:cNvPr>
            <p:cNvCxnSpPr>
              <a:cxnSpLocks/>
            </p:cNvCxnSpPr>
            <p:nvPr/>
          </p:nvCxnSpPr>
          <p:spPr>
            <a:xfrm>
              <a:off x="5188085" y="633243"/>
              <a:ext cx="249967" cy="3405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DA6BE4AA-2CD9-4D1C-A75E-CA251BB04E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4210" y="583476"/>
              <a:ext cx="71459" cy="3819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875BEE8-DCBE-436F-8AB2-A12427DF8741}"/>
                </a:ext>
              </a:extLst>
            </p:cNvPr>
            <p:cNvSpPr txBox="1"/>
            <p:nvPr/>
          </p:nvSpPr>
          <p:spPr>
            <a:xfrm>
              <a:off x="4989864" y="326341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1A1D945-AE4A-4944-9072-A909A02190F1}"/>
                </a:ext>
              </a:extLst>
            </p:cNvPr>
            <p:cNvSpPr txBox="1"/>
            <p:nvPr/>
          </p:nvSpPr>
          <p:spPr>
            <a:xfrm>
              <a:off x="6079230" y="278529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80E0B026-37E1-4850-B0AE-331AC09415ED}"/>
              </a:ext>
            </a:extLst>
          </p:cNvPr>
          <p:cNvSpPr txBox="1"/>
          <p:nvPr/>
        </p:nvSpPr>
        <p:spPr>
          <a:xfrm>
            <a:off x="2065768" y="102417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8587275-841C-47D9-94DC-A0A45586184C}"/>
              </a:ext>
            </a:extLst>
          </p:cNvPr>
          <p:cNvSpPr txBox="1"/>
          <p:nvPr/>
        </p:nvSpPr>
        <p:spPr>
          <a:xfrm>
            <a:off x="7620801" y="1017958"/>
            <a:ext cx="2521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E635573-268D-49B3-9708-D5CEECDA8010}"/>
              </a:ext>
            </a:extLst>
          </p:cNvPr>
          <p:cNvSpPr txBox="1"/>
          <p:nvPr/>
        </p:nvSpPr>
        <p:spPr>
          <a:xfrm>
            <a:off x="362079" y="116614"/>
            <a:ext cx="7608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Rates can be split into component parts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200F3BF-5E8E-4F89-9AE6-29F932C52185}"/>
              </a:ext>
            </a:extLst>
          </p:cNvPr>
          <p:cNvSpPr txBox="1"/>
          <p:nvPr/>
        </p:nvSpPr>
        <p:spPr>
          <a:xfrm>
            <a:off x="948190" y="6140897"/>
            <a:ext cx="9982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r</a:t>
            </a:r>
            <a:r>
              <a:rPr lang="en-GB" sz="1800" dirty="0"/>
              <a:t>ate of green squares = proportion of squares x proportion of squares that are green</a:t>
            </a:r>
          </a:p>
        </p:txBody>
      </p:sp>
    </p:spTree>
    <p:extLst>
      <p:ext uri="{BB962C8B-B14F-4D97-AF65-F5344CB8AC3E}">
        <p14:creationId xmlns:p14="http://schemas.microsoft.com/office/powerpoint/2010/main" val="5192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9A0F2-3433-48CA-9E0D-72971991CEC0}"/>
              </a:ext>
            </a:extLst>
          </p:cNvPr>
          <p:cNvSpPr txBox="1"/>
          <p:nvPr/>
        </p:nvSpPr>
        <p:spPr>
          <a:xfrm>
            <a:off x="505098" y="2005483"/>
            <a:ext cx="103109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Standardisation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What would Rate</a:t>
            </a:r>
            <a:r>
              <a:rPr lang="en-GB" sz="2000" baseline="-25000" dirty="0">
                <a:latin typeface="Goudy Old Style" panose="02020502050305020303" pitchFamily="18" charset="0"/>
              </a:rPr>
              <a:t>P2 </a:t>
            </a:r>
            <a:r>
              <a:rPr lang="en-GB" sz="2000" dirty="0">
                <a:latin typeface="Goudy Old Style" panose="02020502050305020303" pitchFamily="18" charset="0"/>
              </a:rPr>
              <a:t>be if…	A was the same in P1 and P2?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			B was the same in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  <a:p>
            <a:endParaRPr lang="en-GB" sz="2000" dirty="0">
              <a:latin typeface="Goudy Old Style" panose="02020502050305020303" pitchFamily="18" charset="0"/>
            </a:endParaRPr>
          </a:p>
          <a:p>
            <a:endParaRPr lang="en-GB" sz="2800" dirty="0">
              <a:latin typeface="Goudy Old Style" panose="02020502050305020303" pitchFamily="18" charset="0"/>
            </a:endParaRPr>
          </a:p>
          <a:p>
            <a:r>
              <a:rPr lang="en-GB" sz="2800" b="1" dirty="0">
                <a:latin typeface="Goudy Old Style" panose="02020502050305020303" pitchFamily="18" charset="0"/>
              </a:rPr>
              <a:t>Decomposition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How much of 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– 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is because…  A is different between P1 and P2?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				          B is different between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B907C5-804F-4C35-8FFA-3B311F90AC56}"/>
              </a:ext>
            </a:extLst>
          </p:cNvPr>
          <p:cNvSpPr txBox="1"/>
          <p:nvPr/>
        </p:nvSpPr>
        <p:spPr>
          <a:xfrm>
            <a:off x="362079" y="116614"/>
            <a:ext cx="5517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Two methods, two questions</a:t>
            </a:r>
          </a:p>
        </p:txBody>
      </p:sp>
    </p:spTree>
    <p:extLst>
      <p:ext uri="{BB962C8B-B14F-4D97-AF65-F5344CB8AC3E}">
        <p14:creationId xmlns:p14="http://schemas.microsoft.com/office/powerpoint/2010/main" val="3973105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9A0F2-3433-48CA-9E0D-72971991CEC0}"/>
              </a:ext>
            </a:extLst>
          </p:cNvPr>
          <p:cNvSpPr txBox="1"/>
          <p:nvPr/>
        </p:nvSpPr>
        <p:spPr>
          <a:xfrm>
            <a:off x="505098" y="2005483"/>
            <a:ext cx="103109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Standardisation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What would Rate</a:t>
            </a:r>
            <a:r>
              <a:rPr lang="en-GB" sz="2000" baseline="-25000" dirty="0">
                <a:latin typeface="Goudy Old Style" panose="02020502050305020303" pitchFamily="18" charset="0"/>
              </a:rPr>
              <a:t>P2 </a:t>
            </a:r>
            <a:r>
              <a:rPr lang="en-GB" sz="2000" dirty="0">
                <a:latin typeface="Goudy Old Style" panose="02020502050305020303" pitchFamily="18" charset="0"/>
              </a:rPr>
              <a:t>be if…	A was the same in P1 and P2?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			B was the same in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  <a:p>
            <a:endParaRPr lang="en-GB" sz="2000" dirty="0">
              <a:latin typeface="Goudy Old Style" panose="02020502050305020303" pitchFamily="18" charset="0"/>
            </a:endParaRPr>
          </a:p>
          <a:p>
            <a:endParaRPr lang="en-GB" sz="2800" dirty="0">
              <a:latin typeface="Goudy Old Style" panose="02020502050305020303" pitchFamily="18" charset="0"/>
            </a:endParaRPr>
          </a:p>
          <a:p>
            <a:r>
              <a:rPr lang="en-GB" sz="2800" b="1" dirty="0">
                <a:latin typeface="Goudy Old Style" panose="02020502050305020303" pitchFamily="18" charset="0"/>
              </a:rPr>
              <a:t>Decomposition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How much of 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– 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is because…  A is different between P1 and P2?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				          B is different between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B907C5-804F-4C35-8FFA-3B311F90AC56}"/>
              </a:ext>
            </a:extLst>
          </p:cNvPr>
          <p:cNvSpPr txBox="1"/>
          <p:nvPr/>
        </p:nvSpPr>
        <p:spPr>
          <a:xfrm>
            <a:off x="362079" y="116614"/>
            <a:ext cx="55173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Two methods, two questions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AB88DF-89A9-4CCA-BBE1-E4E6C88C07CE}"/>
              </a:ext>
            </a:extLst>
          </p:cNvPr>
          <p:cNvGrpSpPr/>
          <p:nvPr/>
        </p:nvGrpSpPr>
        <p:grpSpPr>
          <a:xfrm>
            <a:off x="8309019" y="91851"/>
            <a:ext cx="4048856" cy="2013008"/>
            <a:chOff x="8309019" y="91851"/>
            <a:chExt cx="4048856" cy="2013008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4D16DAE-7A0B-41BE-B661-D4844A38A67D}"/>
                </a:ext>
              </a:extLst>
            </p:cNvPr>
            <p:cNvGrpSpPr/>
            <p:nvPr/>
          </p:nvGrpSpPr>
          <p:grpSpPr>
            <a:xfrm>
              <a:off x="8309019" y="91851"/>
              <a:ext cx="1680546" cy="1136712"/>
              <a:chOff x="7140558" y="558640"/>
              <a:chExt cx="1680546" cy="1136712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59B199AC-4F74-4CD2-BBFC-15852A9AFD09}"/>
                  </a:ext>
                </a:extLst>
              </p:cNvPr>
              <p:cNvGrpSpPr/>
              <p:nvPr/>
            </p:nvGrpSpPr>
            <p:grpSpPr>
              <a:xfrm>
                <a:off x="7684392" y="558640"/>
                <a:ext cx="1136712" cy="1136712"/>
                <a:chOff x="1683986" y="164675"/>
                <a:chExt cx="1913467" cy="1913467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0B3C9769-845C-4971-9E56-369E1607B468}"/>
                    </a:ext>
                  </a:extLst>
                </p:cNvPr>
                <p:cNvSpPr/>
                <p:nvPr/>
              </p:nvSpPr>
              <p:spPr>
                <a:xfrm>
                  <a:off x="1683986" y="164675"/>
                  <a:ext cx="1913467" cy="191346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3A8BFE72-8CB6-4CAB-9224-38119F127C18}"/>
                    </a:ext>
                  </a:extLst>
                </p:cNvPr>
                <p:cNvSpPr/>
                <p:nvPr/>
              </p:nvSpPr>
              <p:spPr>
                <a:xfrm>
                  <a:off x="2104020" y="856795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8C68D1C6-4B20-4CA8-922C-A6C77276304B}"/>
                    </a:ext>
                  </a:extLst>
                </p:cNvPr>
                <p:cNvSpPr/>
                <p:nvPr/>
              </p:nvSpPr>
              <p:spPr>
                <a:xfrm>
                  <a:off x="2299831" y="469962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C3F17476-39D1-4AF0-9A92-EFA68E2E6974}"/>
                    </a:ext>
                  </a:extLst>
                </p:cNvPr>
                <p:cNvSpPr/>
                <p:nvPr/>
              </p:nvSpPr>
              <p:spPr>
                <a:xfrm>
                  <a:off x="3255047" y="866633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7CE38823-9B24-49F4-8432-11B3ED583667}"/>
                    </a:ext>
                  </a:extLst>
                </p:cNvPr>
                <p:cNvSpPr/>
                <p:nvPr/>
              </p:nvSpPr>
              <p:spPr>
                <a:xfrm>
                  <a:off x="2641914" y="1096096"/>
                  <a:ext cx="191069" cy="191069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9D6EDAC6-7E5D-4F80-86E2-EB454927AA02}"/>
                    </a:ext>
                  </a:extLst>
                </p:cNvPr>
                <p:cNvSpPr/>
                <p:nvPr/>
              </p:nvSpPr>
              <p:spPr>
                <a:xfrm>
                  <a:off x="3273642" y="1197292"/>
                  <a:ext cx="191069" cy="19106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C29CFAC1-287F-497F-A528-9ED8CAE1816A}"/>
                    </a:ext>
                  </a:extLst>
                </p:cNvPr>
                <p:cNvSpPr/>
                <p:nvPr/>
              </p:nvSpPr>
              <p:spPr>
                <a:xfrm>
                  <a:off x="2283566" y="1606391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5530A9B1-317E-443C-B2BD-BC9D33519125}"/>
                    </a:ext>
                  </a:extLst>
                </p:cNvPr>
                <p:cNvSpPr/>
                <p:nvPr/>
              </p:nvSpPr>
              <p:spPr>
                <a:xfrm>
                  <a:off x="1855025" y="1391797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4365E94C-CF29-4E0C-9060-F27C318835AE}"/>
                    </a:ext>
                  </a:extLst>
                </p:cNvPr>
                <p:cNvSpPr/>
                <p:nvPr/>
              </p:nvSpPr>
              <p:spPr>
                <a:xfrm>
                  <a:off x="2974860" y="460064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0" name="Oval 99">
                  <a:extLst>
                    <a:ext uri="{FF2B5EF4-FFF2-40B4-BE49-F238E27FC236}">
                      <a16:creationId xmlns:a16="http://schemas.microsoft.com/office/drawing/2014/main" id="{5C3853D7-02C8-4C32-A55E-BA4D1BE61326}"/>
                    </a:ext>
                  </a:extLst>
                </p:cNvPr>
                <p:cNvSpPr/>
                <p:nvPr/>
              </p:nvSpPr>
              <p:spPr>
                <a:xfrm>
                  <a:off x="2508468" y="1416797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5D9DF8EE-CDD0-4819-A083-B7886FAA93BB}"/>
                    </a:ext>
                  </a:extLst>
                </p:cNvPr>
                <p:cNvSpPr/>
                <p:nvPr/>
              </p:nvSpPr>
              <p:spPr>
                <a:xfrm>
                  <a:off x="3021778" y="1582866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8BBFC369-F21C-47AA-890F-B102A79D89BD}"/>
                    </a:ext>
                  </a:extLst>
                </p:cNvPr>
                <p:cNvSpPr/>
                <p:nvPr/>
              </p:nvSpPr>
              <p:spPr>
                <a:xfrm>
                  <a:off x="2864077" y="1233732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C5EE83BE-1A3A-4928-881B-F82E5476E410}"/>
                    </a:ext>
                  </a:extLst>
                </p:cNvPr>
                <p:cNvSpPr/>
                <p:nvPr/>
              </p:nvSpPr>
              <p:spPr>
                <a:xfrm>
                  <a:off x="2126472" y="1183497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BB35838B-8E5D-461C-86AE-3EA2B4A85046}"/>
                    </a:ext>
                  </a:extLst>
                </p:cNvPr>
                <p:cNvSpPr/>
                <p:nvPr/>
              </p:nvSpPr>
              <p:spPr>
                <a:xfrm>
                  <a:off x="2378030" y="800604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6ADC7EA7-F619-45CE-99D7-9385CD666D7D}"/>
                    </a:ext>
                  </a:extLst>
                </p:cNvPr>
                <p:cNvSpPr/>
                <p:nvPr/>
              </p:nvSpPr>
              <p:spPr>
                <a:xfrm>
                  <a:off x="2926243" y="736769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A19C943B-567E-4FFA-8269-AE25DDC10DAF}"/>
                    </a:ext>
                  </a:extLst>
                </p:cNvPr>
                <p:cNvSpPr/>
                <p:nvPr/>
              </p:nvSpPr>
              <p:spPr>
                <a:xfrm>
                  <a:off x="2663146" y="393762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</p:grp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E7F4F2B-DC8E-4A6D-B825-03EDA7C888E6}"/>
                  </a:ext>
                </a:extLst>
              </p:cNvPr>
              <p:cNvSpPr txBox="1"/>
              <p:nvPr/>
            </p:nvSpPr>
            <p:spPr>
              <a:xfrm>
                <a:off x="7140558" y="841712"/>
                <a:ext cx="5549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800" dirty="0">
                    <a:latin typeface="Goudy Old Style" panose="02020502050305020303" pitchFamily="18" charset="0"/>
                  </a:rPr>
                  <a:t>P1</a:t>
                </a: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20F5747-DDAF-48AE-A41B-C2BC7E820C63}"/>
                </a:ext>
              </a:extLst>
            </p:cNvPr>
            <p:cNvGrpSpPr/>
            <p:nvPr/>
          </p:nvGrpSpPr>
          <p:grpSpPr>
            <a:xfrm>
              <a:off x="10224119" y="91851"/>
              <a:ext cx="1677921" cy="1136712"/>
              <a:chOff x="8311644" y="5648422"/>
              <a:chExt cx="1677921" cy="1136712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B75B1FDD-C1C1-4030-BB00-F56010E0ACB8}"/>
                  </a:ext>
                </a:extLst>
              </p:cNvPr>
              <p:cNvGrpSpPr/>
              <p:nvPr/>
            </p:nvGrpSpPr>
            <p:grpSpPr>
              <a:xfrm>
                <a:off x="8852853" y="5648422"/>
                <a:ext cx="1136712" cy="1136712"/>
                <a:chOff x="4273591" y="2277533"/>
                <a:chExt cx="1913467" cy="1913467"/>
              </a:xfrm>
            </p:grpSpPr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A5291F3B-A2F3-46E6-974A-918AED808E9D}"/>
                    </a:ext>
                  </a:extLst>
                </p:cNvPr>
                <p:cNvSpPr/>
                <p:nvPr/>
              </p:nvSpPr>
              <p:spPr>
                <a:xfrm>
                  <a:off x="4273591" y="2277533"/>
                  <a:ext cx="1913467" cy="191346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66E03324-2868-4896-A77F-CBEADF09D617}"/>
                    </a:ext>
                  </a:extLst>
                </p:cNvPr>
                <p:cNvSpPr/>
                <p:nvPr/>
              </p:nvSpPr>
              <p:spPr>
                <a:xfrm>
                  <a:off x="5605955" y="3695724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364802FF-5DB4-4BC8-A5C9-40E570333355}"/>
                    </a:ext>
                  </a:extLst>
                </p:cNvPr>
                <p:cNvSpPr/>
                <p:nvPr/>
              </p:nvSpPr>
              <p:spPr>
                <a:xfrm>
                  <a:off x="4716077" y="3296354"/>
                  <a:ext cx="191069" cy="19106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BC92EC18-670B-447E-93B9-8296487F083E}"/>
                    </a:ext>
                  </a:extLst>
                </p:cNvPr>
                <p:cNvSpPr/>
                <p:nvPr/>
              </p:nvSpPr>
              <p:spPr>
                <a:xfrm>
                  <a:off x="4972535" y="2912255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C2DFDB43-A93F-4635-9194-F26528D8FEF2}"/>
                    </a:ext>
                  </a:extLst>
                </p:cNvPr>
                <p:cNvSpPr/>
                <p:nvPr/>
              </p:nvSpPr>
              <p:spPr>
                <a:xfrm>
                  <a:off x="5557046" y="2569281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DD88C0F2-B332-40E9-8872-69D77811A28D}"/>
                    </a:ext>
                  </a:extLst>
                </p:cNvPr>
                <p:cNvSpPr/>
                <p:nvPr/>
              </p:nvSpPr>
              <p:spPr>
                <a:xfrm>
                  <a:off x="4873079" y="3725542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0092D6D5-4F2F-4325-B740-58C9F005AC34}"/>
                    </a:ext>
                  </a:extLst>
                </p:cNvPr>
                <p:cNvSpPr/>
                <p:nvPr/>
              </p:nvSpPr>
              <p:spPr>
                <a:xfrm>
                  <a:off x="4693625" y="2969653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FA3134E0-0BF0-4F39-900F-B3305BA5ABFD}"/>
                    </a:ext>
                  </a:extLst>
                </p:cNvPr>
                <p:cNvSpPr/>
                <p:nvPr/>
              </p:nvSpPr>
              <p:spPr>
                <a:xfrm>
                  <a:off x="4889436" y="2582820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12473872-9F4C-47DF-BD68-0EC5CBDCF91C}"/>
                    </a:ext>
                  </a:extLst>
                </p:cNvPr>
                <p:cNvSpPr/>
                <p:nvPr/>
              </p:nvSpPr>
              <p:spPr>
                <a:xfrm>
                  <a:off x="5844652" y="2979491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600D5289-9484-40DD-A036-7283755F680D}"/>
                    </a:ext>
                  </a:extLst>
                </p:cNvPr>
                <p:cNvSpPr/>
                <p:nvPr/>
              </p:nvSpPr>
              <p:spPr>
                <a:xfrm>
                  <a:off x="5231519" y="3208954"/>
                  <a:ext cx="191069" cy="191069"/>
                </a:xfrm>
                <a:prstGeom prst="rect">
                  <a:avLst/>
                </a:prstGeom>
                <a:solidFill>
                  <a:schemeClr val="accent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0C4A1775-D1BA-4573-854F-E64E6146DF8B}"/>
                    </a:ext>
                  </a:extLst>
                </p:cNvPr>
                <p:cNvSpPr/>
                <p:nvPr/>
              </p:nvSpPr>
              <p:spPr>
                <a:xfrm>
                  <a:off x="5863247" y="3310150"/>
                  <a:ext cx="191069" cy="19106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39104401-1A9B-4F22-BF20-6B3DBA84DDB1}"/>
                    </a:ext>
                  </a:extLst>
                </p:cNvPr>
                <p:cNvSpPr/>
                <p:nvPr/>
              </p:nvSpPr>
              <p:spPr>
                <a:xfrm>
                  <a:off x="4444630" y="3504655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B5E1AF29-5FD2-4501-A255-983F3DEE6083}"/>
                    </a:ext>
                  </a:extLst>
                </p:cNvPr>
                <p:cNvSpPr/>
                <p:nvPr/>
              </p:nvSpPr>
              <p:spPr>
                <a:xfrm>
                  <a:off x="5098073" y="3529655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E56A9B20-3A9F-42F6-9178-C6A446BC3CED}"/>
                    </a:ext>
                  </a:extLst>
                </p:cNvPr>
                <p:cNvSpPr/>
                <p:nvPr/>
              </p:nvSpPr>
              <p:spPr>
                <a:xfrm>
                  <a:off x="5453682" y="3346590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ABC3BD23-B3C2-4DB9-B136-F7741F5E47FF}"/>
                    </a:ext>
                  </a:extLst>
                </p:cNvPr>
                <p:cNvSpPr/>
                <p:nvPr/>
              </p:nvSpPr>
              <p:spPr>
                <a:xfrm>
                  <a:off x="5515848" y="2849627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  <p:sp>
              <p:nvSpPr>
                <p:cNvPr id="125" name="Oval 124">
                  <a:extLst>
                    <a:ext uri="{FF2B5EF4-FFF2-40B4-BE49-F238E27FC236}">
                      <a16:creationId xmlns:a16="http://schemas.microsoft.com/office/drawing/2014/main" id="{793AA970-A80E-4986-B6CF-5FCC4334CDD6}"/>
                    </a:ext>
                  </a:extLst>
                </p:cNvPr>
                <p:cNvSpPr/>
                <p:nvPr/>
              </p:nvSpPr>
              <p:spPr>
                <a:xfrm>
                  <a:off x="5252751" y="2506620"/>
                  <a:ext cx="191069" cy="1910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latin typeface="Goudy Old Style" panose="02020502050305020303" pitchFamily="18" charset="0"/>
                  </a:endParaRPr>
                </a:p>
              </p:txBody>
            </p:sp>
          </p:grp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9D41DC2-9DEB-43B6-B6A8-AFB00DA7F0B3}"/>
                  </a:ext>
                </a:extLst>
              </p:cNvPr>
              <p:cNvSpPr txBox="1"/>
              <p:nvPr/>
            </p:nvSpPr>
            <p:spPr>
              <a:xfrm>
                <a:off x="8311644" y="5931063"/>
                <a:ext cx="5549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800" dirty="0">
                    <a:latin typeface="Goudy Old Style" panose="02020502050305020303" pitchFamily="18" charset="0"/>
                  </a:rPr>
                  <a:t>P2</a:t>
                </a: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FF52814-EA2C-4061-93A9-EFEE16F3F81E}"/>
                </a:ext>
              </a:extLst>
            </p:cNvPr>
            <p:cNvSpPr txBox="1"/>
            <p:nvPr/>
          </p:nvSpPr>
          <p:spPr>
            <a:xfrm>
              <a:off x="8863979" y="1366195"/>
              <a:ext cx="349389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Rate = rate of green squares = </a:t>
              </a:r>
              <a:r>
                <a:rPr lang="en-GB" sz="1400" dirty="0" err="1"/>
                <a:t>AxB</a:t>
              </a:r>
              <a:endParaRPr lang="en-GB" sz="1400" dirty="0"/>
            </a:p>
            <a:p>
              <a:r>
                <a:rPr lang="en-GB" sz="1400" dirty="0"/>
                <a:t>A = proportion of squares</a:t>
              </a:r>
            </a:p>
            <a:p>
              <a:r>
                <a:rPr lang="en-GB" sz="1400" dirty="0"/>
                <a:t>B = proportion of squares that are green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859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9A0F2-3433-48CA-9E0D-72971991CEC0}"/>
              </a:ext>
            </a:extLst>
          </p:cNvPr>
          <p:cNvSpPr txBox="1"/>
          <p:nvPr/>
        </p:nvSpPr>
        <p:spPr>
          <a:xfrm>
            <a:off x="505098" y="2040316"/>
            <a:ext cx="1031094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Standardisation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What would Rate</a:t>
            </a:r>
            <a:r>
              <a:rPr lang="en-GB" sz="2000" baseline="-25000" dirty="0">
                <a:latin typeface="Goudy Old Style" panose="02020502050305020303" pitchFamily="18" charset="0"/>
              </a:rPr>
              <a:t>P2 </a:t>
            </a:r>
            <a:r>
              <a:rPr lang="en-GB" sz="2000" dirty="0">
                <a:latin typeface="Goudy Old Style" panose="02020502050305020303" pitchFamily="18" charset="0"/>
              </a:rPr>
              <a:t>be if…	A was the same in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3F1DC0-0D90-4B3F-992A-57CB563A1F48}"/>
              </a:ext>
            </a:extLst>
          </p:cNvPr>
          <p:cNvSpPr txBox="1"/>
          <p:nvPr/>
        </p:nvSpPr>
        <p:spPr>
          <a:xfrm>
            <a:off x="705394" y="431645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Goudy Old Style" panose="02020502050305020303" pitchFamily="18" charset="0"/>
              </a:rPr>
              <a:t>A in P2 was the same as A in P1? </a:t>
            </a:r>
            <a:endParaRPr lang="en-GB" sz="2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4758F8-A527-48A3-B81E-78C604ADAE6C}"/>
              </a:ext>
            </a:extLst>
          </p:cNvPr>
          <p:cNvSpPr txBox="1"/>
          <p:nvPr/>
        </p:nvSpPr>
        <p:spPr>
          <a:xfrm>
            <a:off x="6339839" y="431645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Goudy Old Style" panose="02020502050305020303" pitchFamily="18" charset="0"/>
              </a:rPr>
              <a:t>A in P2 was at the average of what it is in P1 and P2?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BCD8DB9-7F2E-45F2-8084-A49880E8329D}"/>
              </a:ext>
            </a:extLst>
          </p:cNvPr>
          <p:cNvCxnSpPr/>
          <p:nvPr/>
        </p:nvCxnSpPr>
        <p:spPr>
          <a:xfrm flipH="1">
            <a:off x="3448594" y="2926083"/>
            <a:ext cx="1881052" cy="13903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904966C-2A4E-4C98-826B-6DD2496354D5}"/>
              </a:ext>
            </a:extLst>
          </p:cNvPr>
          <p:cNvCxnSpPr>
            <a:cxnSpLocks/>
          </p:cNvCxnSpPr>
          <p:nvPr/>
        </p:nvCxnSpPr>
        <p:spPr>
          <a:xfrm>
            <a:off x="5660572" y="2926083"/>
            <a:ext cx="3291839" cy="13237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C8A5A89-F7CE-4DC7-960A-CBD1C3A6A5CE}"/>
              </a:ext>
            </a:extLst>
          </p:cNvPr>
          <p:cNvSpPr txBox="1"/>
          <p:nvPr/>
        </p:nvSpPr>
        <p:spPr>
          <a:xfrm>
            <a:off x="362079" y="116614"/>
            <a:ext cx="3703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Need to be specific</a:t>
            </a:r>
          </a:p>
        </p:txBody>
      </p:sp>
    </p:spTree>
    <p:extLst>
      <p:ext uri="{BB962C8B-B14F-4D97-AF65-F5344CB8AC3E}">
        <p14:creationId xmlns:p14="http://schemas.microsoft.com/office/powerpoint/2010/main" val="2050669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D9A0F2-3433-48CA-9E0D-72971991CEC0}"/>
                  </a:ext>
                </a:extLst>
              </p:cNvPr>
              <p:cNvSpPr txBox="1"/>
              <p:nvPr/>
            </p:nvSpPr>
            <p:spPr>
              <a:xfrm>
                <a:off x="505098" y="908200"/>
                <a:ext cx="10310949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GB" sz="2000" dirty="0">
                  <a:latin typeface="Goudy Old Style" panose="02020502050305020303" pitchFamily="18" charset="0"/>
                </a:endParaRPr>
              </a:p>
              <a:p>
                <a:r>
                  <a:rPr lang="en-GB" sz="2000" dirty="0">
                    <a:latin typeface="Goudy Old Style" panose="02020502050305020303" pitchFamily="18" charset="0"/>
                  </a:rPr>
                  <a:t>Rates are different partly because of A, and partly because of B. </a:t>
                </a:r>
              </a:p>
              <a:p>
                <a:r>
                  <a:rPr lang="en-GB" sz="2000" dirty="0">
                    <a:latin typeface="Goudy Old Style" panose="02020502050305020303" pitchFamily="18" charset="0"/>
                  </a:rPr>
                  <a:t>We want to be able to figure out how much is because of each</a:t>
                </a: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endParaRPr lang="en-GB" sz="2000" i="1" dirty="0">
                  <a:latin typeface="Goudy Old Style" panose="02020502050305020303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  ?∆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+   ?∆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sz="2000" dirty="0">
                  <a:latin typeface="Goudy Old Style" panose="02020502050305020303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D9A0F2-3433-48CA-9E0D-72971991C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98" y="908200"/>
                <a:ext cx="10310949" cy="3170099"/>
              </a:xfrm>
              <a:prstGeom prst="rect">
                <a:avLst/>
              </a:prstGeom>
              <a:blipFill>
                <a:blip r:embed="rId2"/>
                <a:stretch>
                  <a:fillRect l="-6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57DE68C-4D65-4578-8884-A205C341142D}"/>
              </a:ext>
            </a:extLst>
          </p:cNvPr>
          <p:cNvSpPr txBox="1"/>
          <p:nvPr/>
        </p:nvSpPr>
        <p:spPr>
          <a:xfrm>
            <a:off x="5995850" y="2928546"/>
            <a:ext cx="93198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Goudy Old Style" panose="02020502050305020303" pitchFamily="18" charset="0"/>
              </a:rPr>
              <a:t>A-effect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F4A550-5F3D-4196-87FE-DF7B832F2670}"/>
              </a:ext>
            </a:extLst>
          </p:cNvPr>
          <p:cNvSpPr txBox="1"/>
          <p:nvPr/>
        </p:nvSpPr>
        <p:spPr>
          <a:xfrm>
            <a:off x="362079" y="116614"/>
            <a:ext cx="3056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8A85FC-361D-47C9-B69C-CFCC3A64A418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41582C-3879-461A-A8FA-18EE628C215C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9D4C94-7F4F-429F-BDE2-6332B1AD42A2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FB9A01-801A-494B-AB13-C64F7282CDEF}"/>
              </a:ext>
            </a:extLst>
          </p:cNvPr>
          <p:cNvSpPr txBox="1"/>
          <p:nvPr/>
        </p:nvSpPr>
        <p:spPr>
          <a:xfrm>
            <a:off x="6217922" y="4434789"/>
            <a:ext cx="1968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Goudy Old Style" panose="02020502050305020303" pitchFamily="18" charset="0"/>
              </a:rPr>
              <a:t>B-effect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4466C60-B052-4D34-90D1-7162389FC207}"/>
              </a:ext>
            </a:extLst>
          </p:cNvPr>
          <p:cNvCxnSpPr/>
          <p:nvPr/>
        </p:nvCxnSpPr>
        <p:spPr>
          <a:xfrm flipH="1">
            <a:off x="5556069" y="3297878"/>
            <a:ext cx="439781" cy="411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10B830-3727-4BB5-953C-1A1E9307F894}"/>
              </a:ext>
            </a:extLst>
          </p:cNvPr>
          <p:cNvCxnSpPr/>
          <p:nvPr/>
        </p:nvCxnSpPr>
        <p:spPr>
          <a:xfrm flipH="1" flipV="1">
            <a:off x="6461843" y="4014651"/>
            <a:ext cx="356968" cy="420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74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BF2A9F-6CBF-400E-BB34-C24B346F617E}"/>
              </a:ext>
            </a:extLst>
          </p:cNvPr>
          <p:cNvSpPr txBox="1"/>
          <p:nvPr/>
        </p:nvSpPr>
        <p:spPr>
          <a:xfrm>
            <a:off x="362079" y="116614"/>
            <a:ext cx="6002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geometrically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3D091A-BCB6-4CB2-A481-A9FE159D3A26}"/>
              </a:ext>
            </a:extLst>
          </p:cNvPr>
          <p:cNvSpPr/>
          <p:nvPr/>
        </p:nvSpPr>
        <p:spPr>
          <a:xfrm>
            <a:off x="5998012" y="3265714"/>
            <a:ext cx="2181527" cy="13062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B493D1-0B2C-45F8-9FB1-63570354D758}"/>
              </a:ext>
            </a:extLst>
          </p:cNvPr>
          <p:cNvSpPr/>
          <p:nvPr/>
        </p:nvSpPr>
        <p:spPr>
          <a:xfrm>
            <a:off x="6324552" y="5106634"/>
            <a:ext cx="1162627" cy="518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92131D-FB67-43F3-8307-79F89C15A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512" y="2343529"/>
            <a:ext cx="333299" cy="3081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88673E-F509-49BD-88AE-D5633359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302" y="5410903"/>
            <a:ext cx="363126" cy="33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8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BF2A9F-6CBF-400E-BB34-C24B346F617E}"/>
              </a:ext>
            </a:extLst>
          </p:cNvPr>
          <p:cNvSpPr txBox="1"/>
          <p:nvPr/>
        </p:nvSpPr>
        <p:spPr>
          <a:xfrm>
            <a:off x="362079" y="116614"/>
            <a:ext cx="6912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one way to get ∆R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2C6E32-D940-45BE-ACC4-CC05AAD72944}"/>
              </a:ext>
            </a:extLst>
          </p:cNvPr>
          <p:cNvSpPr/>
          <p:nvPr/>
        </p:nvSpPr>
        <p:spPr>
          <a:xfrm>
            <a:off x="6096000" y="4876800"/>
            <a:ext cx="1942011" cy="17087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866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BF2A9F-6CBF-400E-BB34-C24B346F617E}"/>
              </a:ext>
            </a:extLst>
          </p:cNvPr>
          <p:cNvSpPr txBox="1"/>
          <p:nvPr/>
        </p:nvSpPr>
        <p:spPr>
          <a:xfrm>
            <a:off x="362079" y="116614"/>
            <a:ext cx="69121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one way to get ∆R</a:t>
            </a:r>
          </a:p>
        </p:txBody>
      </p:sp>
    </p:spTree>
    <p:extLst>
      <p:ext uri="{BB962C8B-B14F-4D97-AF65-F5344CB8AC3E}">
        <p14:creationId xmlns:p14="http://schemas.microsoft.com/office/powerpoint/2010/main" val="373615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1BF2A9F-6CBF-400E-BB34-C24B346F617E}"/>
              </a:ext>
            </a:extLst>
          </p:cNvPr>
          <p:cNvSpPr txBox="1"/>
          <p:nvPr/>
        </p:nvSpPr>
        <p:spPr>
          <a:xfrm>
            <a:off x="362079" y="116614"/>
            <a:ext cx="768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another way to get ∆R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3D091A-BCB6-4CB2-A481-A9FE159D3A26}"/>
              </a:ext>
            </a:extLst>
          </p:cNvPr>
          <p:cNvSpPr/>
          <p:nvPr/>
        </p:nvSpPr>
        <p:spPr>
          <a:xfrm>
            <a:off x="5998012" y="3265714"/>
            <a:ext cx="2181527" cy="13062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B493D1-0B2C-45F8-9FB1-63570354D758}"/>
              </a:ext>
            </a:extLst>
          </p:cNvPr>
          <p:cNvSpPr/>
          <p:nvPr/>
        </p:nvSpPr>
        <p:spPr>
          <a:xfrm>
            <a:off x="6324552" y="5106634"/>
            <a:ext cx="1162627" cy="518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92131D-FB67-43F3-8307-79F89C15A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512" y="2343529"/>
            <a:ext cx="333299" cy="3081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88673E-F509-49BD-88AE-D5633359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302" y="5410903"/>
            <a:ext cx="363126" cy="3357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16F993E-F7BA-4D05-A212-6A0F8E4B8C13}"/>
              </a:ext>
            </a:extLst>
          </p:cNvPr>
          <p:cNvSpPr/>
          <p:nvPr/>
        </p:nvSpPr>
        <p:spPr>
          <a:xfrm>
            <a:off x="5867449" y="4772297"/>
            <a:ext cx="2181527" cy="17504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154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A8E8DD-CBF4-4CC1-8C2D-38012CC0C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063" y="1999559"/>
            <a:ext cx="2076740" cy="47726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941B23-9921-418F-8D44-A90CB05C1EBA}"/>
              </a:ext>
            </a:extLst>
          </p:cNvPr>
          <p:cNvSpPr txBox="1"/>
          <p:nvPr/>
        </p:nvSpPr>
        <p:spPr>
          <a:xfrm>
            <a:off x="362079" y="116614"/>
            <a:ext cx="768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another way to get ∆R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629D39-31FA-41A1-BFEF-7052D88C151C}"/>
              </a:ext>
            </a:extLst>
          </p:cNvPr>
          <p:cNvSpPr/>
          <p:nvPr/>
        </p:nvSpPr>
        <p:spPr>
          <a:xfrm>
            <a:off x="5998012" y="5094514"/>
            <a:ext cx="2129133" cy="16468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783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09F62EF-0A09-4F1C-8883-F2F2ED46C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012" y="2060521"/>
            <a:ext cx="2181529" cy="4525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941B23-9921-418F-8D44-A90CB05C1EBA}"/>
              </a:ext>
            </a:extLst>
          </p:cNvPr>
          <p:cNvSpPr txBox="1"/>
          <p:nvPr/>
        </p:nvSpPr>
        <p:spPr>
          <a:xfrm>
            <a:off x="362079" y="116614"/>
            <a:ext cx="76835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another way to get ∆R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02B8CD-2BE1-4E70-A090-013C6A54C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063" y="1999559"/>
            <a:ext cx="2076740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49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49" y="2050994"/>
            <a:ext cx="5201376" cy="45345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9FF022-8D76-4DA4-BBA3-98908663C405}"/>
              </a:ext>
            </a:extLst>
          </p:cNvPr>
          <p:cNvSpPr txBox="1"/>
          <p:nvPr/>
        </p:nvSpPr>
        <p:spPr>
          <a:xfrm>
            <a:off x="8194766" y="2949305"/>
            <a:ext cx="34835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Two ways to get from Rp1 to Rp2</a:t>
            </a:r>
          </a:p>
          <a:p>
            <a:endParaRPr lang="en-GB" dirty="0"/>
          </a:p>
          <a:p>
            <a:r>
              <a:rPr lang="en-GB" dirty="0"/>
              <a:t>But the “effect of moving A1 -&gt; A2”</a:t>
            </a:r>
          </a:p>
          <a:p>
            <a:r>
              <a:rPr lang="en-GB" dirty="0"/>
              <a:t>is very different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A3D1A9-392B-495E-9D99-5CFE8794029D}"/>
              </a:ext>
            </a:extLst>
          </p:cNvPr>
          <p:cNvSpPr txBox="1"/>
          <p:nvPr/>
        </p:nvSpPr>
        <p:spPr>
          <a:xfrm>
            <a:off x="362079" y="116614"/>
            <a:ext cx="10777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two ways to get ∆R, two sets of answers</a:t>
            </a:r>
          </a:p>
        </p:txBody>
      </p:sp>
    </p:spTree>
    <p:extLst>
      <p:ext uri="{BB962C8B-B14F-4D97-AF65-F5344CB8AC3E}">
        <p14:creationId xmlns:p14="http://schemas.microsoft.com/office/powerpoint/2010/main" val="608145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49" y="2050994"/>
            <a:ext cx="5201376" cy="4534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0B9BC3-68F5-4E2D-A944-6068F32E2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49" y="2108152"/>
            <a:ext cx="5896798" cy="44773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A3F3B8-05ED-49EB-97AB-ED8ED0046BE1}"/>
              </a:ext>
            </a:extLst>
          </p:cNvPr>
          <p:cNvSpPr txBox="1"/>
          <p:nvPr/>
        </p:nvSpPr>
        <p:spPr>
          <a:xfrm>
            <a:off x="8789307" y="3429000"/>
            <a:ext cx="3073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Substitute in A2 = A1 + (A2-A1)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796786-29C3-424D-8661-0B8D590EF535}"/>
              </a:ext>
            </a:extLst>
          </p:cNvPr>
          <p:cNvSpPr txBox="1"/>
          <p:nvPr/>
        </p:nvSpPr>
        <p:spPr>
          <a:xfrm>
            <a:off x="362079" y="116614"/>
            <a:ext cx="6302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the interaction</a:t>
            </a:r>
          </a:p>
        </p:txBody>
      </p:sp>
    </p:spTree>
    <p:extLst>
      <p:ext uri="{BB962C8B-B14F-4D97-AF65-F5344CB8AC3E}">
        <p14:creationId xmlns:p14="http://schemas.microsoft.com/office/powerpoint/2010/main" val="1608592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449" y="2050994"/>
            <a:ext cx="5201376" cy="4534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0B9BC3-68F5-4E2D-A944-6068F32E2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449" y="2108152"/>
            <a:ext cx="5896798" cy="4477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54115A-13A2-4592-8D42-8D90B8D9B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452" y="2079572"/>
            <a:ext cx="6087325" cy="4477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442584-80AC-4798-8248-FE165C710237}"/>
              </a:ext>
            </a:extLst>
          </p:cNvPr>
          <p:cNvSpPr txBox="1"/>
          <p:nvPr/>
        </p:nvSpPr>
        <p:spPr>
          <a:xfrm>
            <a:off x="7718120" y="4149634"/>
            <a:ext cx="205843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Interaction term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ED0632-4CE7-409E-8800-96A5989EACEB}"/>
              </a:ext>
            </a:extLst>
          </p:cNvPr>
          <p:cNvSpPr txBox="1"/>
          <p:nvPr/>
        </p:nvSpPr>
        <p:spPr>
          <a:xfrm>
            <a:off x="362079" y="116614"/>
            <a:ext cx="6302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the interaction</a:t>
            </a:r>
          </a:p>
        </p:txBody>
      </p:sp>
    </p:spTree>
    <p:extLst>
      <p:ext uri="{BB962C8B-B14F-4D97-AF65-F5344CB8AC3E}">
        <p14:creationId xmlns:p14="http://schemas.microsoft.com/office/powerpoint/2010/main" val="3170312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F442584-80AC-4798-8248-FE165C710237}"/>
              </a:ext>
            </a:extLst>
          </p:cNvPr>
          <p:cNvSpPr txBox="1"/>
          <p:nvPr/>
        </p:nvSpPr>
        <p:spPr>
          <a:xfrm>
            <a:off x="7500406" y="1911532"/>
            <a:ext cx="2058431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Interaction term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74D81B-1419-4372-BF45-4085B1B1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457" y="2455408"/>
            <a:ext cx="3905795" cy="391532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C8BC40-9D78-4E73-92FB-442422B387C9}"/>
              </a:ext>
            </a:extLst>
          </p:cNvPr>
          <p:cNvCxnSpPr>
            <a:cxnSpLocks/>
          </p:cNvCxnSpPr>
          <p:nvPr/>
        </p:nvCxnSpPr>
        <p:spPr>
          <a:xfrm flipH="1">
            <a:off x="6627223" y="2760617"/>
            <a:ext cx="1062446" cy="478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A28D23-A914-425F-BD8D-40817089CF2E}"/>
              </a:ext>
            </a:extLst>
          </p:cNvPr>
          <p:cNvSpPr txBox="1"/>
          <p:nvPr/>
        </p:nvSpPr>
        <p:spPr>
          <a:xfrm>
            <a:off x="362079" y="116614"/>
            <a:ext cx="91619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the interaction (geometrically)</a:t>
            </a:r>
          </a:p>
        </p:txBody>
      </p:sp>
    </p:spTree>
    <p:extLst>
      <p:ext uri="{BB962C8B-B14F-4D97-AF65-F5344CB8AC3E}">
        <p14:creationId xmlns:p14="http://schemas.microsoft.com/office/powerpoint/2010/main" val="153127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374D81B-1419-4372-BF45-4085B1B1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457" y="2455408"/>
            <a:ext cx="3905795" cy="39153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8B2890-10D0-4C6E-BE26-BD5186F06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303" y="1302722"/>
            <a:ext cx="4096322" cy="5068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7085A5-400D-43E4-9236-63A8F5296E45}"/>
              </a:ext>
            </a:extLst>
          </p:cNvPr>
          <p:cNvSpPr txBox="1"/>
          <p:nvPr/>
        </p:nvSpPr>
        <p:spPr>
          <a:xfrm>
            <a:off x="362079" y="116614"/>
            <a:ext cx="7956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splitting the interaction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509029-864C-4152-BA6A-67F6B81EE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0382" y="1944584"/>
            <a:ext cx="3450239" cy="44025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611A69B-8D93-48D4-8AFF-41BCCC10CF10}"/>
              </a:ext>
            </a:extLst>
          </p:cNvPr>
          <p:cNvSpPr/>
          <p:nvPr/>
        </p:nvSpPr>
        <p:spPr>
          <a:xfrm>
            <a:off x="3561806" y="1302722"/>
            <a:ext cx="2621280" cy="12837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235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374D81B-1419-4372-BF45-4085B1B1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457" y="2455408"/>
            <a:ext cx="3905795" cy="3915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75EBC0-9D23-4E67-B7E4-058A444EA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514" y="2403012"/>
            <a:ext cx="3943900" cy="40201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43D995-FB6D-40BB-A57A-5FCA8D61E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3773" y="2969623"/>
            <a:ext cx="3692117" cy="1932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E7F21-65BB-4C4F-8204-875D37139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6286" y="5025946"/>
            <a:ext cx="1889761" cy="7102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897CA6-494F-4191-982E-CFED9CF4C747}"/>
              </a:ext>
            </a:extLst>
          </p:cNvPr>
          <p:cNvSpPr txBox="1"/>
          <p:nvPr/>
        </p:nvSpPr>
        <p:spPr>
          <a:xfrm>
            <a:off x="8795657" y="2455408"/>
            <a:ext cx="3149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(just to show the simplification)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905040-67C0-4372-AAAF-48E19F202393}"/>
              </a:ext>
            </a:extLst>
          </p:cNvPr>
          <p:cNvSpPr txBox="1"/>
          <p:nvPr/>
        </p:nvSpPr>
        <p:spPr>
          <a:xfrm>
            <a:off x="362079" y="116614"/>
            <a:ext cx="79566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splitting the interaction</a:t>
            </a:r>
          </a:p>
        </p:txBody>
      </p:sp>
    </p:spTree>
    <p:extLst>
      <p:ext uri="{BB962C8B-B14F-4D97-AF65-F5344CB8AC3E}">
        <p14:creationId xmlns:p14="http://schemas.microsoft.com/office/powerpoint/2010/main" val="3856388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1C4196-320B-4FFE-BE23-C23ED7DB2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161" y="2377440"/>
            <a:ext cx="4969875" cy="37956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DAC111-E7BA-4199-95FF-DBAC3FE23AE8}"/>
              </a:ext>
            </a:extLst>
          </p:cNvPr>
          <p:cNvSpPr txBox="1"/>
          <p:nvPr/>
        </p:nvSpPr>
        <p:spPr>
          <a:xfrm>
            <a:off x="362079" y="116614"/>
            <a:ext cx="7119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more dimensions.. </a:t>
            </a:r>
          </a:p>
        </p:txBody>
      </p:sp>
    </p:spTree>
    <p:extLst>
      <p:ext uri="{BB962C8B-B14F-4D97-AF65-F5344CB8AC3E}">
        <p14:creationId xmlns:p14="http://schemas.microsoft.com/office/powerpoint/2010/main" val="4075313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879C30-14AA-4ED0-9CC5-A4D463DEE4D8}"/>
                  </a:ext>
                </a:extLst>
              </p:cNvPr>
              <p:cNvSpPr txBox="1"/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879C30-14AA-4ED0-9CC5-A4D463DEE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477D221-5EF3-4263-99B5-EDFE7765D9D1}"/>
                  </a:ext>
                </a:extLst>
              </p:cNvPr>
              <p:cNvSpPr txBox="1"/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477D221-5EF3-4263-99B5-EDFE7765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blipFill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D369EBA5-60A4-4293-8A4A-082A62AE212E}"/>
              </a:ext>
            </a:extLst>
          </p:cNvPr>
          <p:cNvGrpSpPr/>
          <p:nvPr/>
        </p:nvGrpSpPr>
        <p:grpSpPr>
          <a:xfrm>
            <a:off x="2369700" y="1535303"/>
            <a:ext cx="1913467" cy="1913467"/>
            <a:chOff x="1683986" y="164675"/>
            <a:chExt cx="1913467" cy="1913467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317BC36-870B-43D2-876E-05AF36D3B92A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9D83B10-B36B-4055-8768-0615A65FF26C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995CAB7C-5A6F-4E1C-BD22-2E267B922AF1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F80F0B3-DC31-40E5-975C-653E6EAFF4EC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9FF49C7F-B623-4660-90A5-49B0795A87D1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131C2EA-DDA2-4814-A6D8-10F81DC5FD3C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34E5AF3-D057-4CDA-89E3-E7B31360A36F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57634B8-D242-4FC5-A2C1-1EC8AA345E4D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15EC4D6-FFFC-4698-BC16-7D04B9222967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36D3F7F-AAD7-44C5-A412-66D008053DFC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4152128-DC97-4616-BBAC-F1C90453F49D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94234F3-4167-423D-9332-BEB24AA9A1BE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7715C17B-29D0-4C8C-9B00-86EA22EA201C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0488B5A-C813-4114-9A32-69582F09829F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63666BF-4C23-4006-8DBD-EC0AD4B06030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5331467-F7A0-4819-8AFD-1C5768661540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6EF1ABF-47E1-4DE2-AB30-AC5B7344A53F}"/>
              </a:ext>
            </a:extLst>
          </p:cNvPr>
          <p:cNvGrpSpPr/>
          <p:nvPr/>
        </p:nvGrpSpPr>
        <p:grpSpPr>
          <a:xfrm>
            <a:off x="7924733" y="1535734"/>
            <a:ext cx="1913467" cy="1913467"/>
            <a:chOff x="4273591" y="2277533"/>
            <a:chExt cx="1913467" cy="1913467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F52BAA5-1DDA-4C98-84E4-8796E16E06B0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D8661CC-A921-4F91-8CC0-DA58AEF90FE3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FB15678-8170-44F0-A3E7-D9C99947BB0D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6D78203-B229-4ED0-B2F4-94D1F0FB20CA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0B2A7EF-62EC-4FDB-9194-FAD100488D0E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33597C9-C278-4EBF-B5E6-2CD9BCA5AD86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2A832CA-76FC-4089-A7C9-16F145F5510A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1F15AA3-91D7-4980-819B-40852F0DD75C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F459FD8-DA16-4D99-B2DB-AF5724EBEC33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7FF708F-1134-4924-A2FC-092B3A69FA22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433C613-2454-427E-BACA-524EA0947054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824DB35-EAC7-4DE9-B4BD-D0512E4A29DA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696BCF2F-9261-468D-A10F-129785ABC2F3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5A96D82-2A89-4FAF-B84D-B64ECBBE51C4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8558FFA-EE66-4449-AA88-9749A9DD82D1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EF8F338-22EB-4516-9879-710C9BBA9D17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A58F698-0B82-46EF-81E3-64707643B43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4300D-908C-4E46-9CAD-0920800FF629}"/>
                  </a:ext>
                </a:extLst>
              </p:cNvPr>
              <p:cNvSpPr txBox="1"/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P1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4300D-908C-4E46-9CAD-0920800FF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blipFill>
                <a:blip r:embed="rId4"/>
                <a:stretch>
                  <a:fillRect l="-3147" r="-209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3166C6-A57F-40CB-9A67-3939C47B8E26}"/>
                  </a:ext>
                </a:extLst>
              </p:cNvPr>
              <p:cNvSpPr txBox="1"/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P2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3166C6-A57F-40CB-9A67-3939C47B8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blipFill>
                <a:blip r:embed="rId5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20D20A9E-C125-45CC-B137-58041DA4B24A}"/>
              </a:ext>
            </a:extLst>
          </p:cNvPr>
          <p:cNvSpPr/>
          <p:nvPr/>
        </p:nvSpPr>
        <p:spPr>
          <a:xfrm>
            <a:off x="245912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7BBD5B-4B47-44AA-8BBF-12CE580E13AC}"/>
              </a:ext>
            </a:extLst>
          </p:cNvPr>
          <p:cNvSpPr/>
          <p:nvPr/>
        </p:nvSpPr>
        <p:spPr>
          <a:xfrm>
            <a:off x="794934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885D8B-C6CE-4CE1-8C67-7F27418E85A6}"/>
              </a:ext>
            </a:extLst>
          </p:cNvPr>
          <p:cNvSpPr txBox="1"/>
          <p:nvPr/>
        </p:nvSpPr>
        <p:spPr>
          <a:xfrm>
            <a:off x="332801" y="2225829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BD3BD1-CD83-4760-A93B-7F7F9C451D70}"/>
              </a:ext>
            </a:extLst>
          </p:cNvPr>
          <p:cNvSpPr txBox="1"/>
          <p:nvPr/>
        </p:nvSpPr>
        <p:spPr>
          <a:xfrm>
            <a:off x="5938344" y="2217377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</p:spTree>
    <p:extLst>
      <p:ext uri="{BB962C8B-B14F-4D97-AF65-F5344CB8AC3E}">
        <p14:creationId xmlns:p14="http://schemas.microsoft.com/office/powerpoint/2010/main" val="3384319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58F698-0B82-46EF-81E3-64707643B43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B28C62-F777-41F8-87F4-25C65B8E0292}"/>
              </a:ext>
            </a:extLst>
          </p:cNvPr>
          <p:cNvSpPr txBox="1"/>
          <p:nvPr/>
        </p:nvSpPr>
        <p:spPr>
          <a:xfrm>
            <a:off x="362079" y="4226019"/>
            <a:ext cx="103109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Standardisation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What would Rate</a:t>
            </a:r>
            <a:r>
              <a:rPr lang="en-GB" sz="2000" baseline="-25000" dirty="0">
                <a:latin typeface="Goudy Old Style" panose="02020502050305020303" pitchFamily="18" charset="0"/>
              </a:rPr>
              <a:t>P2 </a:t>
            </a:r>
            <a:r>
              <a:rPr lang="en-GB" sz="2000" dirty="0">
                <a:latin typeface="Goudy Old Style" panose="02020502050305020303" pitchFamily="18" charset="0"/>
              </a:rPr>
              <a:t>be if…	A was the same in P1 and P2?</a:t>
            </a:r>
            <a:br>
              <a:rPr lang="en-GB" sz="2000" dirty="0">
                <a:latin typeface="Goudy Old Style" panose="02020502050305020303" pitchFamily="18" charset="0"/>
              </a:rPr>
            </a:br>
            <a:r>
              <a:rPr lang="en-GB" sz="2000" b="1" dirty="0">
                <a:latin typeface="Goudy Old Style" panose="02020502050305020303" pitchFamily="18" charset="0"/>
              </a:rPr>
              <a:t>					- A in P2 was the same as A in P1? &lt;&lt;&lt;</a:t>
            </a:r>
            <a:endParaRPr lang="en-GB" sz="2000" b="1" dirty="0"/>
          </a:p>
          <a:p>
            <a:r>
              <a:rPr lang="en-GB" sz="2000" dirty="0">
                <a:latin typeface="Goudy Old Style" panose="02020502050305020303" pitchFamily="18" charset="0"/>
              </a:rPr>
              <a:t>					- A in P2 was at the average of what it is in P1 and P2?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ACD6349-E745-4A41-9174-57573445802E}"/>
                  </a:ext>
                </a:extLst>
              </p:cNvPr>
              <p:cNvSpPr txBox="1"/>
              <p:nvPr/>
            </p:nvSpPr>
            <p:spPr>
              <a:xfrm>
                <a:off x="7800271" y="5882911"/>
                <a:ext cx="212178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=0.26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ACD6349-E745-4A41-9174-575734458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271" y="5882911"/>
                <a:ext cx="2121788" cy="489686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2D6B417-5A84-46E5-97C3-9B8308029E23}"/>
                  </a:ext>
                </a:extLst>
              </p:cNvPr>
              <p:cNvSpPr txBox="1"/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2D6B417-5A84-46E5-97C3-9B8308029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blipFill>
                <a:blip r:embed="rId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4FEA51-B624-41D5-BE1B-850B279AB763}"/>
                  </a:ext>
                </a:extLst>
              </p:cNvPr>
              <p:cNvSpPr txBox="1"/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E4FEA51-B624-41D5-BE1B-850B279AB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ECCB290B-5355-4DEF-B023-E636CB51812C}"/>
              </a:ext>
            </a:extLst>
          </p:cNvPr>
          <p:cNvGrpSpPr/>
          <p:nvPr/>
        </p:nvGrpSpPr>
        <p:grpSpPr>
          <a:xfrm>
            <a:off x="2369700" y="1535303"/>
            <a:ext cx="1913467" cy="1913467"/>
            <a:chOff x="1683986" y="164675"/>
            <a:chExt cx="1913467" cy="1913467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FE7D811-0766-4DE3-9E5A-97AF79F42741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6A27FF8-1DE7-45D4-9F64-3EF1893D6BD0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36C3D77-47F3-4D05-A44A-E844E7928C2F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6B39C45-F397-413E-9A48-5CF03C18DEDA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AC56D88-51D1-49A8-8BCC-D0990800F33E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98764AE0-4DE2-4A0A-B7B1-00518F0DBA08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53CAD974-934B-4004-971F-D6ABF4280C73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E33052A-D605-4E49-9383-C8DD69900066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2C2CF77-59E0-465B-9D6E-E32028EA50A9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A0484DA-E37F-4854-96FC-19C72578EBBF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F8081657-B949-4CFF-860E-4E95B7F45D33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BF20C5A0-2964-4808-BA86-9027AD8ACC89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BF7F63B0-1DF8-4F33-8BD3-C53DE464549F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9B4ACF25-0EBB-48C9-9E74-E6F91C50FD88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0BF8B6C6-B895-444B-B258-7E8DBBD92C92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E0737BC1-0D34-4B26-B67D-706EEB2C9035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377DF74-EF35-4682-B93F-E1158EFA68EE}"/>
              </a:ext>
            </a:extLst>
          </p:cNvPr>
          <p:cNvGrpSpPr/>
          <p:nvPr/>
        </p:nvGrpSpPr>
        <p:grpSpPr>
          <a:xfrm>
            <a:off x="7924733" y="1535734"/>
            <a:ext cx="1913467" cy="1913467"/>
            <a:chOff x="4273591" y="2277533"/>
            <a:chExt cx="1913467" cy="1913467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DB749717-05EE-4F86-8F60-BFD5F12BD72D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CF69873-06AA-428D-B637-9A83FE8F4242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B393F81B-6D6A-47A8-A90E-3FA90295AE87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AB4FFDB6-4023-4082-8ACB-3950DC475FC8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EB80627-0945-4CFD-A1BD-C437FA422113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AA6CC8D9-EBE0-4B3D-9527-035B27B09571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3F9CC682-7717-436B-A355-6AD2F26AEFE6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0882F0D-F3BB-4BC8-965F-0EA9D4272EAA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6CAFC498-E5D0-46F5-B84C-3AD1EAC3B80C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487F862-92D5-46D7-BFCB-89956C102369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E9FC272-DB91-44D0-81DA-043CC3607566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76D43E1-942A-423D-87B5-07788EAFEF33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DF88F1C-737D-4469-BBB3-DB8A2F29C433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1A2624C-BF2B-449A-851B-8E114ABC5940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AD0FBB64-FCAB-4FA0-AE54-7FDE07145CA8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686AA10-4B5F-43DE-8550-8098909461DE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6CB47A6-11D6-41E1-8EE3-06B403EA5210}"/>
                  </a:ext>
                </a:extLst>
              </p:cNvPr>
              <p:cNvSpPr txBox="1"/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P1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6CB47A6-11D6-41E1-8EE3-06B403EA5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blipFill>
                <a:blip r:embed="rId5"/>
                <a:stretch>
                  <a:fillRect l="-3147" r="-209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6C2D740-89BF-4ED1-809F-2C7230CEAAEA}"/>
                  </a:ext>
                </a:extLst>
              </p:cNvPr>
              <p:cNvSpPr txBox="1"/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P2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6C2D740-89BF-4ED1-809F-2C7230CEA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blipFill>
                <a:blip r:embed="rId6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Rectangle 123">
            <a:extLst>
              <a:ext uri="{FF2B5EF4-FFF2-40B4-BE49-F238E27FC236}">
                <a16:creationId xmlns:a16="http://schemas.microsoft.com/office/drawing/2014/main" id="{4286B0CE-1F99-4412-8B20-CD58F5D9F6C1}"/>
              </a:ext>
            </a:extLst>
          </p:cNvPr>
          <p:cNvSpPr/>
          <p:nvPr/>
        </p:nvSpPr>
        <p:spPr>
          <a:xfrm>
            <a:off x="245912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BF654C1-CDD8-4C90-8E26-2DE98A33EFDF}"/>
              </a:ext>
            </a:extLst>
          </p:cNvPr>
          <p:cNvSpPr/>
          <p:nvPr/>
        </p:nvSpPr>
        <p:spPr>
          <a:xfrm>
            <a:off x="794934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DF98E3D-7C1F-4B3E-B8E5-8FFD6C33379A}"/>
              </a:ext>
            </a:extLst>
          </p:cNvPr>
          <p:cNvSpPr txBox="1"/>
          <p:nvPr/>
        </p:nvSpPr>
        <p:spPr>
          <a:xfrm>
            <a:off x="332801" y="2225829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BD7BFD7-DD4D-40F5-942F-434703EBD7A4}"/>
              </a:ext>
            </a:extLst>
          </p:cNvPr>
          <p:cNvSpPr txBox="1"/>
          <p:nvPr/>
        </p:nvSpPr>
        <p:spPr>
          <a:xfrm>
            <a:off x="5938344" y="2217377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DD69F5E-64E7-4A34-8077-ABEA6F2D6232}"/>
              </a:ext>
            </a:extLst>
          </p:cNvPr>
          <p:cNvSpPr txBox="1"/>
          <p:nvPr/>
        </p:nvSpPr>
        <p:spPr>
          <a:xfrm>
            <a:off x="78291" y="6208268"/>
            <a:ext cx="3211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 = proportion of squares</a:t>
            </a:r>
          </a:p>
          <a:p>
            <a:r>
              <a:rPr lang="en-GB" sz="1400" dirty="0"/>
              <a:t>B = proportion of squares that are green</a:t>
            </a:r>
          </a:p>
        </p:txBody>
      </p:sp>
    </p:spTree>
    <p:extLst>
      <p:ext uri="{BB962C8B-B14F-4D97-AF65-F5344CB8AC3E}">
        <p14:creationId xmlns:p14="http://schemas.microsoft.com/office/powerpoint/2010/main" val="3071747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58F698-0B82-46EF-81E3-64707643B43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B28C62-F777-41F8-87F4-25C65B8E0292}"/>
              </a:ext>
            </a:extLst>
          </p:cNvPr>
          <p:cNvSpPr txBox="1"/>
          <p:nvPr/>
        </p:nvSpPr>
        <p:spPr>
          <a:xfrm>
            <a:off x="362079" y="4226019"/>
            <a:ext cx="110896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Standardisation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What would Rate</a:t>
            </a:r>
            <a:r>
              <a:rPr lang="en-GB" sz="2000" baseline="-25000" dirty="0">
                <a:latin typeface="Goudy Old Style" panose="02020502050305020303" pitchFamily="18" charset="0"/>
              </a:rPr>
              <a:t>P2 </a:t>
            </a:r>
            <a:r>
              <a:rPr lang="en-GB" sz="2000" dirty="0">
                <a:latin typeface="Goudy Old Style" panose="02020502050305020303" pitchFamily="18" charset="0"/>
              </a:rPr>
              <a:t>be if…	A was the same in P1 and P2?</a:t>
            </a:r>
            <a:br>
              <a:rPr lang="en-GB" sz="2000" dirty="0">
                <a:latin typeface="Goudy Old Style" panose="02020502050305020303" pitchFamily="18" charset="0"/>
              </a:rPr>
            </a:br>
            <a:r>
              <a:rPr lang="en-GB" sz="2000" dirty="0">
                <a:latin typeface="Goudy Old Style" panose="02020502050305020303" pitchFamily="18" charset="0"/>
              </a:rPr>
              <a:t>					- A in P2 was the same as A in P1? </a:t>
            </a:r>
            <a:endParaRPr lang="en-GB" sz="2000" dirty="0"/>
          </a:p>
          <a:p>
            <a:r>
              <a:rPr lang="en-GB" sz="2000" b="1" dirty="0">
                <a:latin typeface="Goudy Old Style" panose="02020502050305020303" pitchFamily="18" charset="0"/>
              </a:rPr>
              <a:t>					- A in P2 was at the average of what it is in P1 and P2? &lt;&lt;&lt;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ACD6349-E745-4A41-9174-57573445802E}"/>
                  </a:ext>
                </a:extLst>
              </p:cNvPr>
              <p:cNvSpPr txBox="1"/>
              <p:nvPr/>
            </p:nvSpPr>
            <p:spPr>
              <a:xfrm>
                <a:off x="7800270" y="5882911"/>
                <a:ext cx="2589055" cy="610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=0.4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ACD6349-E745-4A41-9174-575734458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270" y="5882911"/>
                <a:ext cx="2589055" cy="6103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9E68FA5-46BF-4604-977A-CB0708CF94F3}"/>
                  </a:ext>
                </a:extLst>
              </p:cNvPr>
              <p:cNvSpPr txBox="1"/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9E68FA5-46BF-4604-977A-CB0708CF9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blipFill>
                <a:blip r:embed="rId3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934CEF4-E4B9-4B14-85B7-24D7CA560897}"/>
                  </a:ext>
                </a:extLst>
              </p:cNvPr>
              <p:cNvSpPr txBox="1"/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934CEF4-E4B9-4B14-85B7-24D7CA560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803C988B-66C6-497F-9087-0D37950DEBF8}"/>
              </a:ext>
            </a:extLst>
          </p:cNvPr>
          <p:cNvGrpSpPr/>
          <p:nvPr/>
        </p:nvGrpSpPr>
        <p:grpSpPr>
          <a:xfrm>
            <a:off x="2369700" y="1535303"/>
            <a:ext cx="1913467" cy="1913467"/>
            <a:chOff x="1683986" y="164675"/>
            <a:chExt cx="1913467" cy="1913467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65A2A5BC-6F4D-4E8B-A35D-C8C26411CB7C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D1B518B4-542E-4AEF-8DE3-7B587A408026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150912B-4FB7-4C3D-80BF-9767D0FC9898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9704D8BA-845F-404B-9E91-9E9DF7E4941F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DED9263-CD24-4B35-92FA-B577AB5FB647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C3EB2E0-AE33-49F5-B305-9FFA23DE3870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328B9B4-73BE-4885-B143-7AA42D1361AC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851C9A4-5C63-45D7-87EE-0E7523D6C4EC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47F8C4B-D568-4823-A4D2-1ACEE81B88D2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85FD985-50EF-45E1-8853-9491AB20B269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8B63493D-7ABF-4E08-9E7C-CBC403E744C7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0318A0BB-ADF7-4D64-96CE-2F073A750458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06B4EAC-4D26-4E29-8C58-52E5BAD43E6D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26A3DE20-3ABF-433E-9B32-DDDCA357608D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51EF3A7-11AF-495D-95BA-1A91092AD772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39ABA2F-0DBD-493D-AE4B-F4C1A14DF322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F9FD2B3-98E5-4A60-871B-58BF724EA2F9}"/>
              </a:ext>
            </a:extLst>
          </p:cNvPr>
          <p:cNvGrpSpPr/>
          <p:nvPr/>
        </p:nvGrpSpPr>
        <p:grpSpPr>
          <a:xfrm>
            <a:off x="7924733" y="1535734"/>
            <a:ext cx="1913467" cy="1913467"/>
            <a:chOff x="4273591" y="2277533"/>
            <a:chExt cx="1913467" cy="1913467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9F2E22F1-A139-48E2-A862-13E7A9E3EC7D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B74FC27-E3C4-4315-AD71-8529342786CF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76ED9E8-14A7-43D3-A633-1DFA9169008A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9202196-74C6-4BC2-AEE6-F451EDE08417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0F85895-77B1-44DA-ABD0-CBFC003D93CA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7E72E7F-0CE7-48E9-8EA0-B13FA9EB303F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5F8DD0A-569E-47C8-BC93-E26EEA792907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03950180-3A97-421F-AE89-7F6FCD0DCD99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59F5AF4-3490-43B0-9223-EEE51E2100D4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B4437D0-DB4A-43DC-A2E9-F700D2A6503E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EF35CB9-D08D-4EB3-8E88-CF0070E43D10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1355A46F-11F2-4296-8CFE-939F9EAFC2AA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72CC7A34-2D8B-4545-8DFC-2709DA0473C4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59AF16BD-8799-456F-BCEC-87C8F87C3C3E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002F6412-E5C5-47AD-973E-27A18314C603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E7416E9-0521-4A26-927F-C9E40C423AE0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817ACFD-054B-4E0D-A48F-153B68D5D227}"/>
                  </a:ext>
                </a:extLst>
              </p:cNvPr>
              <p:cNvSpPr txBox="1"/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P1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2817ACFD-054B-4E0D-A48F-153B68D5D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blipFill>
                <a:blip r:embed="rId5"/>
                <a:stretch>
                  <a:fillRect l="-3147" r="-209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45CC6EC-A4E7-4534-94FA-FD6C014B6FCE}"/>
                  </a:ext>
                </a:extLst>
              </p:cNvPr>
              <p:cNvSpPr txBox="1"/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P2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B45CC6EC-A4E7-4534-94FA-FD6C014B6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blipFill>
                <a:blip r:embed="rId6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Rectangle 123">
            <a:extLst>
              <a:ext uri="{FF2B5EF4-FFF2-40B4-BE49-F238E27FC236}">
                <a16:creationId xmlns:a16="http://schemas.microsoft.com/office/drawing/2014/main" id="{B823526C-FD75-41AC-882D-6818027424AF}"/>
              </a:ext>
            </a:extLst>
          </p:cNvPr>
          <p:cNvSpPr/>
          <p:nvPr/>
        </p:nvSpPr>
        <p:spPr>
          <a:xfrm>
            <a:off x="245912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BA75E0F-0D99-4CED-8C9A-CB019C9580D4}"/>
              </a:ext>
            </a:extLst>
          </p:cNvPr>
          <p:cNvSpPr/>
          <p:nvPr/>
        </p:nvSpPr>
        <p:spPr>
          <a:xfrm>
            <a:off x="794934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F39D5A7-B059-4ED3-BA10-3C2370D2C7B7}"/>
              </a:ext>
            </a:extLst>
          </p:cNvPr>
          <p:cNvSpPr txBox="1"/>
          <p:nvPr/>
        </p:nvSpPr>
        <p:spPr>
          <a:xfrm>
            <a:off x="332801" y="2225829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2484D5D-E2B0-4CB0-AFFD-CA3E08E41A40}"/>
              </a:ext>
            </a:extLst>
          </p:cNvPr>
          <p:cNvSpPr txBox="1"/>
          <p:nvPr/>
        </p:nvSpPr>
        <p:spPr>
          <a:xfrm>
            <a:off x="5938344" y="2217377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D636A8-AAE7-4239-B87D-FE863960C018}"/>
              </a:ext>
            </a:extLst>
          </p:cNvPr>
          <p:cNvSpPr txBox="1"/>
          <p:nvPr/>
        </p:nvSpPr>
        <p:spPr>
          <a:xfrm>
            <a:off x="78291" y="6208268"/>
            <a:ext cx="3211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 = proportion of squares</a:t>
            </a:r>
          </a:p>
          <a:p>
            <a:r>
              <a:rPr lang="en-GB" sz="1400" dirty="0"/>
              <a:t>B = proportion of squares that are green</a:t>
            </a:r>
          </a:p>
        </p:txBody>
      </p:sp>
    </p:spTree>
    <p:extLst>
      <p:ext uri="{BB962C8B-B14F-4D97-AF65-F5344CB8AC3E}">
        <p14:creationId xmlns:p14="http://schemas.microsoft.com/office/powerpoint/2010/main" val="410987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58F698-0B82-46EF-81E3-64707643B43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B28C62-F777-41F8-87F4-25C65B8E0292}"/>
              </a:ext>
            </a:extLst>
          </p:cNvPr>
          <p:cNvSpPr txBox="1"/>
          <p:nvPr/>
        </p:nvSpPr>
        <p:spPr>
          <a:xfrm>
            <a:off x="362079" y="4226019"/>
            <a:ext cx="1054976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Goudy Old Style" panose="02020502050305020303" pitchFamily="18" charset="0"/>
              </a:rPr>
              <a:t>Decomposition</a:t>
            </a:r>
          </a:p>
          <a:p>
            <a:r>
              <a:rPr lang="en-GB" sz="2000" dirty="0">
                <a:latin typeface="Goudy Old Style" panose="02020502050305020303" pitchFamily="18" charset="0"/>
              </a:rPr>
              <a:t>	How much of 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– 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is because…  A is different between P1 and P2?</a:t>
            </a:r>
            <a:br>
              <a:rPr lang="en-GB" sz="2000" dirty="0">
                <a:latin typeface="Goudy Old Style" panose="02020502050305020303" pitchFamily="18" charset="0"/>
              </a:rPr>
            </a:br>
            <a:r>
              <a:rPr lang="en-GB" sz="2000" dirty="0">
                <a:latin typeface="Goudy Old Style" panose="02020502050305020303" pitchFamily="18" charset="0"/>
              </a:rPr>
              <a:t>					           B is different between P1 and P2?</a:t>
            </a:r>
          </a:p>
          <a:p>
            <a:endParaRPr lang="en-GB" sz="2000" dirty="0">
              <a:latin typeface="Goudy Old Style" panose="020205020503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A448867-226E-497E-B5B8-76E17E3466A6}"/>
                  </a:ext>
                </a:extLst>
              </p:cNvPr>
              <p:cNvSpPr txBox="1"/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A448867-226E-497E-B5B8-76E17E346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D95E312-5C18-4D90-96B6-05B6AC9D418D}"/>
                  </a:ext>
                </a:extLst>
              </p:cNvPr>
              <p:cNvSpPr txBox="1"/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5D95E312-5C18-4D90-96B6-05B6AC9D4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1" y="3510866"/>
                <a:ext cx="1920778" cy="489686"/>
              </a:xfrm>
              <a:prstGeom prst="rect">
                <a:avLst/>
              </a:prstGeom>
              <a:blipFill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1ADC83DF-BB2F-480B-8C4B-130CADACBDD8}"/>
              </a:ext>
            </a:extLst>
          </p:cNvPr>
          <p:cNvGrpSpPr/>
          <p:nvPr/>
        </p:nvGrpSpPr>
        <p:grpSpPr>
          <a:xfrm>
            <a:off x="2369700" y="1535303"/>
            <a:ext cx="1913467" cy="1913467"/>
            <a:chOff x="1683986" y="164675"/>
            <a:chExt cx="1913467" cy="1913467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3DD4B93-ABD2-4EE5-8184-76596B737A9C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995FF869-0A23-4214-9226-6B21B0466EC1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27AD6A1-8DEB-4EE4-A11C-3A6CAE83B43B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23AAA9E-AAED-49DF-8965-E478E80D21BC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4DE8BA6-8E2C-4050-A8DE-4123DF9A16F1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32CEFA13-9AA0-4145-9C13-14E35AF9FCD1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48737E2-857E-4609-A0D4-4DE037DABEA7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79A0B21F-CB3F-4C06-A1DB-DD449714F7B1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422F367-952E-418A-AA4C-BF0450F26CF1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44B3617-FDCB-40D9-83DC-437AEEAA3BF6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3C4B6BA-1FAB-4497-A64F-DB82D452E197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C61882E-C9B7-445E-88D3-BED07F58D872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8C7CD7E-27CB-4A9A-A7A8-BD62C0552438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D16D6DC-9E78-4B5D-91CC-2F08458FC297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22306AD-6C76-401E-BA48-051CC6081A04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7B2FE45-5BCA-402F-B80C-3F539A468273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A137661-0190-411F-BC33-6683064E71AB}"/>
              </a:ext>
            </a:extLst>
          </p:cNvPr>
          <p:cNvGrpSpPr/>
          <p:nvPr/>
        </p:nvGrpSpPr>
        <p:grpSpPr>
          <a:xfrm>
            <a:off x="7924733" y="1535734"/>
            <a:ext cx="1913467" cy="1913467"/>
            <a:chOff x="4273591" y="2277533"/>
            <a:chExt cx="1913467" cy="1913467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B84B037-44E0-4DC5-A33F-0548E314D151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7EE9E41-96CA-4E10-9AA2-FCBD300CFD48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5DE87A1-BAFF-4E18-8DFE-36AD82C7619C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002CA5B6-F0AC-4F3B-8B91-2AE618DAEF99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D9AE8CF2-3FC1-462C-B796-D9D4A5ACE6D9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7EB5FCC-26DD-45F2-8149-FDE256409C58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D55718A-EFC5-412F-B2B9-7998DE1A325C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BF5E086-CAB7-4962-83DE-2828A963A7B1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C2507298-4E38-4ABA-A394-9A98157D0069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0DE1CBF-6423-4F42-90CA-62B68720FCAA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FFE70C5-29B2-401C-ABA7-A90D2FA2C05E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F705DEA0-43B8-421D-81ED-75941B5FD050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0319B917-AFDA-42FC-86C3-7B848BEBE11C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75DC4179-5E85-4F9C-A068-A891FBB5C5C4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CE38F69-384E-40B9-95CC-85C30DE24F85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F8CAFC9A-16D7-4F97-AD99-A94A5177202F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0EA7A26-AE99-4757-B0D5-F698F40DC6F2}"/>
                  </a:ext>
                </a:extLst>
              </p:cNvPr>
              <p:cNvSpPr txBox="1"/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P1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0EA7A26-AE99-4757-B0D5-F698F40DC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blipFill>
                <a:blip r:embed="rId4"/>
                <a:stretch>
                  <a:fillRect l="-3147" r="-209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647A7B9-4AD3-40C1-8A8C-5841EEAEDDA2}"/>
                  </a:ext>
                </a:extLst>
              </p:cNvPr>
              <p:cNvSpPr txBox="1"/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P2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647A7B9-4AD3-40C1-8A8C-5841EEAED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blipFill>
                <a:blip r:embed="rId5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Rectangle 121">
            <a:extLst>
              <a:ext uri="{FF2B5EF4-FFF2-40B4-BE49-F238E27FC236}">
                <a16:creationId xmlns:a16="http://schemas.microsoft.com/office/drawing/2014/main" id="{72391E2C-C4B8-4E16-8E43-9168BA3BD635}"/>
              </a:ext>
            </a:extLst>
          </p:cNvPr>
          <p:cNvSpPr/>
          <p:nvPr/>
        </p:nvSpPr>
        <p:spPr>
          <a:xfrm>
            <a:off x="245912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8DE7BFB-71EC-4581-A0D7-5F7E09F52259}"/>
              </a:ext>
            </a:extLst>
          </p:cNvPr>
          <p:cNvSpPr/>
          <p:nvPr/>
        </p:nvSpPr>
        <p:spPr>
          <a:xfrm>
            <a:off x="794934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24B1547-F99C-4781-9F40-BB01758554A2}"/>
              </a:ext>
            </a:extLst>
          </p:cNvPr>
          <p:cNvSpPr txBox="1"/>
          <p:nvPr/>
        </p:nvSpPr>
        <p:spPr>
          <a:xfrm>
            <a:off x="332801" y="2225829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221BD00B-BE5D-4FDC-8618-128674E77793}"/>
              </a:ext>
            </a:extLst>
          </p:cNvPr>
          <p:cNvSpPr txBox="1"/>
          <p:nvPr/>
        </p:nvSpPr>
        <p:spPr>
          <a:xfrm>
            <a:off x="5938344" y="2217377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84311A-A379-4A2E-875E-7E3A61A47B9A}"/>
              </a:ext>
            </a:extLst>
          </p:cNvPr>
          <p:cNvSpPr txBox="1"/>
          <p:nvPr/>
        </p:nvSpPr>
        <p:spPr>
          <a:xfrm>
            <a:off x="78291" y="6208268"/>
            <a:ext cx="3211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 = proportion of squares</a:t>
            </a:r>
          </a:p>
          <a:p>
            <a:r>
              <a:rPr lang="en-GB" sz="1400" dirty="0"/>
              <a:t>B = proportion of squares that are green</a:t>
            </a:r>
          </a:p>
        </p:txBody>
      </p:sp>
    </p:spTree>
    <p:extLst>
      <p:ext uri="{BB962C8B-B14F-4D97-AF65-F5344CB8AC3E}">
        <p14:creationId xmlns:p14="http://schemas.microsoft.com/office/powerpoint/2010/main" val="1483260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77" y="1503250"/>
            <a:ext cx="5201376" cy="453453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E92DE27-3A98-4EEA-A59D-06E91F5A4E82}"/>
              </a:ext>
            </a:extLst>
          </p:cNvPr>
          <p:cNvGrpSpPr/>
          <p:nvPr/>
        </p:nvGrpSpPr>
        <p:grpSpPr>
          <a:xfrm>
            <a:off x="8309019" y="91851"/>
            <a:ext cx="1680546" cy="1136712"/>
            <a:chOff x="7140558" y="558640"/>
            <a:chExt cx="1680546" cy="113671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E0DEE52-2FDA-4261-9716-EB75369BEC3E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27F40DF-05F0-43D0-ABB3-54A222870CCC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D9F9DA8-1DD6-432E-87BB-2D80972636C8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AE14140-4AA9-4EB0-9AC0-20BE1DD75F47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282899D-3ACA-4FD9-ACC1-701CC0626598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02B54A7-4E8E-4447-AF63-39FA272AE6BF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756D782-0DD8-472A-89F9-606AB61BE396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31D3F00-5F1A-42B3-80BF-E78A0720B8CC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BF89275-DE8C-41E0-A464-5CD43FD6FB2D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EAB681A-A089-49CF-B108-EB6CB11883FA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0463EBD-3D17-449A-BC8F-8E92704C3D4E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D603DB3-9250-4A2A-A432-9BEFAE22DC9E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D595296-0E6C-4AFA-A6B8-18B3B20DEF25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634C64C-3E59-453B-B254-8B8813127F1F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A50C73A-DC81-400C-BF52-AEBADAE73E84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15E2F58-2D7F-4B4C-BAAF-8655FD27D373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B9893C4-397A-4540-8792-A766F3A74019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0A2A31-D2C2-4B70-A65D-FFE477E79006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A673D6A-C16D-4717-A2D4-7E10B2B1523C}"/>
              </a:ext>
            </a:extLst>
          </p:cNvPr>
          <p:cNvGrpSpPr/>
          <p:nvPr/>
        </p:nvGrpSpPr>
        <p:grpSpPr>
          <a:xfrm>
            <a:off x="8311644" y="5648422"/>
            <a:ext cx="1677921" cy="1136712"/>
            <a:chOff x="8311644" y="5648422"/>
            <a:chExt cx="1677921" cy="113671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70FC091-2C2E-424D-A8DB-F9EB92109854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3C092CC-E5BB-410E-A5FB-92DAE8BDD597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D28454D-5488-4B0A-BAE0-BCCF720E6D28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B668A35-61B6-46B3-91CD-E096121283A9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541FD94-D3BA-4488-8BBE-A0C68213BEB4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A92C95-33EB-432B-82FB-3E4EFB8420F9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AD0AF98-7C2F-4A3B-80F6-2DF315AFE90E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9EE14D6-A2ED-46B6-829C-555433BA0191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933ED0-AEF2-46B5-9689-3DB047162FDC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C5DFB7B-98A0-4CBE-8D9B-8993215BF808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6E8255A-779D-49A2-8743-FE7BAD04466F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EC693F4-D2F2-4E34-B2EB-B3FD192374F6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990B25E-BCCD-4441-9C94-0B9E94179B2E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C5EB4B3-EC0A-473B-9AFD-2F4359032D4D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FC77FAD-6E1D-4EA0-9549-03AAA7CB03F1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28AF1BF-44CD-433B-A656-62377E151219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5B26880-A28E-4DDB-9B11-D3BCC3831978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9E40834-E526-4B9C-BC81-B3E69B0F74E4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/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55B4CF-6E03-49C2-BA41-28E824B5E7F8}"/>
              </a:ext>
            </a:extLst>
          </p:cNvPr>
          <p:cNvCxnSpPr/>
          <p:nvPr/>
        </p:nvCxnSpPr>
        <p:spPr>
          <a:xfrm flipH="1">
            <a:off x="7889966" y="1384663"/>
            <a:ext cx="962887" cy="853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3D23891-6350-4B4C-85A0-F6EC6B054F5E}"/>
              </a:ext>
            </a:extLst>
          </p:cNvPr>
          <p:cNvCxnSpPr/>
          <p:nvPr/>
        </p:nvCxnSpPr>
        <p:spPr>
          <a:xfrm>
            <a:off x="9910708" y="1384663"/>
            <a:ext cx="1039246" cy="957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/>
          <p:nvPr/>
        </p:nvCxnSpPr>
        <p:spPr>
          <a:xfrm>
            <a:off x="7961764" y="4972594"/>
            <a:ext cx="891089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ACE2AA-D2AB-432C-9F5F-7B7A684644AD}"/>
              </a:ext>
            </a:extLst>
          </p:cNvPr>
          <p:cNvCxnSpPr/>
          <p:nvPr/>
        </p:nvCxnSpPr>
        <p:spPr>
          <a:xfrm flipH="1">
            <a:off x="9989565" y="4972594"/>
            <a:ext cx="1101455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F7D4C471-24BC-45D0-96A8-D32B5605FEE9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</p:spTree>
    <p:extLst>
      <p:ext uri="{BB962C8B-B14F-4D97-AF65-F5344CB8AC3E}">
        <p14:creationId xmlns:p14="http://schemas.microsoft.com/office/powerpoint/2010/main" val="33142874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77" y="1503250"/>
            <a:ext cx="5201376" cy="453453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E92DE27-3A98-4EEA-A59D-06E91F5A4E82}"/>
              </a:ext>
            </a:extLst>
          </p:cNvPr>
          <p:cNvGrpSpPr/>
          <p:nvPr/>
        </p:nvGrpSpPr>
        <p:grpSpPr>
          <a:xfrm>
            <a:off x="8309019" y="91851"/>
            <a:ext cx="1680546" cy="1136712"/>
            <a:chOff x="7140558" y="558640"/>
            <a:chExt cx="1680546" cy="113671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E0DEE52-2FDA-4261-9716-EB75369BEC3E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27F40DF-05F0-43D0-ABB3-54A222870CCC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D9F9DA8-1DD6-432E-87BB-2D80972636C8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AE14140-4AA9-4EB0-9AC0-20BE1DD75F47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282899D-3ACA-4FD9-ACC1-701CC0626598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02B54A7-4E8E-4447-AF63-39FA272AE6BF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756D782-0DD8-472A-89F9-606AB61BE396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31D3F00-5F1A-42B3-80BF-E78A0720B8CC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BF89275-DE8C-41E0-A464-5CD43FD6FB2D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EAB681A-A089-49CF-B108-EB6CB11883FA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0463EBD-3D17-449A-BC8F-8E92704C3D4E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D603DB3-9250-4A2A-A432-9BEFAE22DC9E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D595296-0E6C-4AFA-A6B8-18B3B20DEF25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634C64C-3E59-453B-B254-8B8813127F1F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A50C73A-DC81-400C-BF52-AEBADAE73E84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15E2F58-2D7F-4B4C-BAAF-8655FD27D373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B9893C4-397A-4540-8792-A766F3A74019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0A2A31-D2C2-4B70-A65D-FFE477E79006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A673D6A-C16D-4717-A2D4-7E10B2B1523C}"/>
              </a:ext>
            </a:extLst>
          </p:cNvPr>
          <p:cNvGrpSpPr/>
          <p:nvPr/>
        </p:nvGrpSpPr>
        <p:grpSpPr>
          <a:xfrm>
            <a:off x="8311644" y="5648422"/>
            <a:ext cx="1677921" cy="1136712"/>
            <a:chOff x="8311644" y="5648422"/>
            <a:chExt cx="1677921" cy="113671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70FC091-2C2E-424D-A8DB-F9EB92109854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3C092CC-E5BB-410E-A5FB-92DAE8BDD597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D28454D-5488-4B0A-BAE0-BCCF720E6D28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B668A35-61B6-46B3-91CD-E096121283A9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541FD94-D3BA-4488-8BBE-A0C68213BEB4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A92C95-33EB-432B-82FB-3E4EFB8420F9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AD0AF98-7C2F-4A3B-80F6-2DF315AFE90E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9EE14D6-A2ED-46B6-829C-555433BA0191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933ED0-AEF2-46B5-9689-3DB047162FDC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C5DFB7B-98A0-4CBE-8D9B-8993215BF808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6E8255A-779D-49A2-8743-FE7BAD04466F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EC693F4-D2F2-4E34-B2EB-B3FD192374F6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990B25E-BCCD-4441-9C94-0B9E94179B2E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C5EB4B3-EC0A-473B-9AFD-2F4359032D4D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FC77FAD-6E1D-4EA0-9549-03AAA7CB03F1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28AF1BF-44CD-433B-A656-62377E151219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5B26880-A28E-4DDB-9B11-D3BCC3831978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9E40834-E526-4B9C-BC81-B3E69B0F74E4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/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/>
          <p:nvPr/>
        </p:nvCxnSpPr>
        <p:spPr>
          <a:xfrm>
            <a:off x="7961764" y="4972594"/>
            <a:ext cx="891089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ACE2AA-D2AB-432C-9F5F-7B7A684644AD}"/>
              </a:ext>
            </a:extLst>
          </p:cNvPr>
          <p:cNvCxnSpPr/>
          <p:nvPr/>
        </p:nvCxnSpPr>
        <p:spPr>
          <a:xfrm flipH="1">
            <a:off x="9989565" y="4972594"/>
            <a:ext cx="1101455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F7D4C471-24BC-45D0-96A8-D32B5605FEE9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BEE3FA9-050B-4E09-A2E7-481E8A6B97AD}"/>
              </a:ext>
            </a:extLst>
          </p:cNvPr>
          <p:cNvCxnSpPr>
            <a:cxnSpLocks/>
          </p:cNvCxnSpPr>
          <p:nvPr/>
        </p:nvCxnSpPr>
        <p:spPr>
          <a:xfrm flipH="1">
            <a:off x="8068733" y="1384663"/>
            <a:ext cx="784121" cy="679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5336F2B-29D2-4ABE-AF7C-FA6901A28F8A}"/>
              </a:ext>
            </a:extLst>
          </p:cNvPr>
          <p:cNvCxnSpPr>
            <a:cxnSpLocks/>
          </p:cNvCxnSpPr>
          <p:nvPr/>
        </p:nvCxnSpPr>
        <p:spPr>
          <a:xfrm>
            <a:off x="9910708" y="1384663"/>
            <a:ext cx="858892" cy="74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D071996-2090-424B-B93A-0427ACCE2008}"/>
              </a:ext>
            </a:extLst>
          </p:cNvPr>
          <p:cNvGrpSpPr/>
          <p:nvPr/>
        </p:nvGrpSpPr>
        <p:grpSpPr>
          <a:xfrm>
            <a:off x="6918709" y="2041765"/>
            <a:ext cx="4963950" cy="2806522"/>
            <a:chOff x="6918709" y="2041765"/>
            <a:chExt cx="4963950" cy="280652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405DF97-8FEC-4831-B88D-68F5055F252A}"/>
                </a:ext>
              </a:extLst>
            </p:cNvPr>
            <p:cNvSpPr/>
            <p:nvPr/>
          </p:nvSpPr>
          <p:spPr>
            <a:xfrm>
              <a:off x="6918709" y="2340841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5BA141C-8735-404D-B609-0E0A26C3586B}"/>
                </a:ext>
              </a:extLst>
            </p:cNvPr>
            <p:cNvSpPr/>
            <p:nvPr/>
          </p:nvSpPr>
          <p:spPr>
            <a:xfrm>
              <a:off x="10131348" y="3820675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54BA595-8D83-4C66-B878-4D2442BF60BB}"/>
                </a:ext>
              </a:extLst>
            </p:cNvPr>
            <p:cNvSpPr txBox="1"/>
            <p:nvPr/>
          </p:nvSpPr>
          <p:spPr>
            <a:xfrm>
              <a:off x="7741630" y="2041765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485754C-C58D-4C54-97D4-B1507E69BF57}"/>
                </a:ext>
              </a:extLst>
            </p:cNvPr>
            <p:cNvSpPr txBox="1"/>
            <p:nvPr/>
          </p:nvSpPr>
          <p:spPr>
            <a:xfrm>
              <a:off x="10957854" y="3535922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7099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77" y="1503250"/>
            <a:ext cx="5201376" cy="453453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E92DE27-3A98-4EEA-A59D-06E91F5A4E82}"/>
              </a:ext>
            </a:extLst>
          </p:cNvPr>
          <p:cNvGrpSpPr/>
          <p:nvPr/>
        </p:nvGrpSpPr>
        <p:grpSpPr>
          <a:xfrm>
            <a:off x="8309019" y="91851"/>
            <a:ext cx="1680546" cy="1136712"/>
            <a:chOff x="7140558" y="558640"/>
            <a:chExt cx="1680546" cy="113671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E0DEE52-2FDA-4261-9716-EB75369BEC3E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27F40DF-05F0-43D0-ABB3-54A222870CCC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D9F9DA8-1DD6-432E-87BB-2D80972636C8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AE14140-4AA9-4EB0-9AC0-20BE1DD75F47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282899D-3ACA-4FD9-ACC1-701CC0626598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02B54A7-4E8E-4447-AF63-39FA272AE6BF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756D782-0DD8-472A-89F9-606AB61BE396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31D3F00-5F1A-42B3-80BF-E78A0720B8CC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BF89275-DE8C-41E0-A464-5CD43FD6FB2D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EAB681A-A089-49CF-B108-EB6CB11883FA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0463EBD-3D17-449A-BC8F-8E92704C3D4E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D603DB3-9250-4A2A-A432-9BEFAE22DC9E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D595296-0E6C-4AFA-A6B8-18B3B20DEF25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634C64C-3E59-453B-B254-8B8813127F1F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A50C73A-DC81-400C-BF52-AEBADAE73E84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15E2F58-2D7F-4B4C-BAAF-8655FD27D373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B9893C4-397A-4540-8792-A766F3A74019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0A2A31-D2C2-4B70-A65D-FFE477E79006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A673D6A-C16D-4717-A2D4-7E10B2B1523C}"/>
              </a:ext>
            </a:extLst>
          </p:cNvPr>
          <p:cNvGrpSpPr/>
          <p:nvPr/>
        </p:nvGrpSpPr>
        <p:grpSpPr>
          <a:xfrm>
            <a:off x="8311644" y="5648422"/>
            <a:ext cx="1677921" cy="1136712"/>
            <a:chOff x="8311644" y="5648422"/>
            <a:chExt cx="1677921" cy="113671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70FC091-2C2E-424D-A8DB-F9EB92109854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3C092CC-E5BB-410E-A5FB-92DAE8BDD597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D28454D-5488-4B0A-BAE0-BCCF720E6D28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B668A35-61B6-46B3-91CD-E096121283A9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541FD94-D3BA-4488-8BBE-A0C68213BEB4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79A92C95-33EB-432B-82FB-3E4EFB8420F9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AD0AF98-7C2F-4A3B-80F6-2DF315AFE90E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9EE14D6-A2ED-46B6-829C-555433BA0191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933ED0-AEF2-46B5-9689-3DB047162FDC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C5DFB7B-98A0-4CBE-8D9B-8993215BF808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C6E8255A-779D-49A2-8743-FE7BAD04466F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EC693F4-D2F2-4E34-B2EB-B3FD192374F6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990B25E-BCCD-4441-9C94-0B9E94179B2E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C5EB4B3-EC0A-473B-9AFD-2F4359032D4D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FC77FAD-6E1D-4EA0-9549-03AAA7CB03F1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28AF1BF-44CD-433B-A656-62377E151219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5B26880-A28E-4DDB-9B11-D3BCC3831978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9E40834-E526-4B9C-BC81-B3E69B0F74E4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926" y="2537699"/>
                <a:ext cx="1920778" cy="2168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/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16A7F59-0060-411E-971C-380E00AA8C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565" y="2537699"/>
                <a:ext cx="1920778" cy="21680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/>
          <p:nvPr/>
        </p:nvCxnSpPr>
        <p:spPr>
          <a:xfrm>
            <a:off x="7961764" y="4972594"/>
            <a:ext cx="891089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ACE2AA-D2AB-432C-9F5F-7B7A684644AD}"/>
              </a:ext>
            </a:extLst>
          </p:cNvPr>
          <p:cNvCxnSpPr/>
          <p:nvPr/>
        </p:nvCxnSpPr>
        <p:spPr>
          <a:xfrm flipH="1">
            <a:off x="9989565" y="4972594"/>
            <a:ext cx="1101455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904CD01-A8D9-415D-93F4-67F94A3D0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EF74CB42-A5C4-4E49-BB41-2CCB4561A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F7D4C471-24BC-45D0-96A8-D32B5605FEE9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348D7DB-295C-4F06-B0E4-090003DA16E7}"/>
              </a:ext>
            </a:extLst>
          </p:cNvPr>
          <p:cNvCxnSpPr>
            <a:cxnSpLocks/>
          </p:cNvCxnSpPr>
          <p:nvPr/>
        </p:nvCxnSpPr>
        <p:spPr>
          <a:xfrm flipH="1">
            <a:off x="8068733" y="1384663"/>
            <a:ext cx="784121" cy="679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BA56C26-3240-4580-A061-F523AFB69E5F}"/>
              </a:ext>
            </a:extLst>
          </p:cNvPr>
          <p:cNvCxnSpPr>
            <a:cxnSpLocks/>
          </p:cNvCxnSpPr>
          <p:nvPr/>
        </p:nvCxnSpPr>
        <p:spPr>
          <a:xfrm>
            <a:off x="9910708" y="1384663"/>
            <a:ext cx="858892" cy="74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F1CD0A7-B605-48CF-A6CF-CE0E549E4721}"/>
              </a:ext>
            </a:extLst>
          </p:cNvPr>
          <p:cNvGrpSpPr/>
          <p:nvPr/>
        </p:nvGrpSpPr>
        <p:grpSpPr>
          <a:xfrm>
            <a:off x="6887818" y="2063947"/>
            <a:ext cx="4992990" cy="2758059"/>
            <a:chOff x="6887818" y="2063947"/>
            <a:chExt cx="4992990" cy="275805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D72B035-70AE-4A97-9797-A81BBCBA431C}"/>
                </a:ext>
              </a:extLst>
            </p:cNvPr>
            <p:cNvSpPr/>
            <p:nvPr/>
          </p:nvSpPr>
          <p:spPr>
            <a:xfrm>
              <a:off x="6887818" y="3794394"/>
              <a:ext cx="1637211" cy="10276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71FB48C-FC3D-40D9-B034-7A92902665C2}"/>
                </a:ext>
              </a:extLst>
            </p:cNvPr>
            <p:cNvSpPr/>
            <p:nvPr/>
          </p:nvSpPr>
          <p:spPr>
            <a:xfrm>
              <a:off x="10131348" y="2368359"/>
              <a:ext cx="1637211" cy="10276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F997A9D-2914-4D07-A62A-D81C93494A65}"/>
                </a:ext>
              </a:extLst>
            </p:cNvPr>
            <p:cNvSpPr txBox="1"/>
            <p:nvPr/>
          </p:nvSpPr>
          <p:spPr>
            <a:xfrm>
              <a:off x="10964019" y="2063947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C9B7E42-233A-48C5-A8E8-CF0B533815FE}"/>
                </a:ext>
              </a:extLst>
            </p:cNvPr>
            <p:cNvSpPr txBox="1"/>
            <p:nvPr/>
          </p:nvSpPr>
          <p:spPr>
            <a:xfrm>
              <a:off x="7732331" y="3489565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CA96C95-193D-4C78-88F3-ED1E1F8B0AB5}"/>
              </a:ext>
            </a:extLst>
          </p:cNvPr>
          <p:cNvGrpSpPr/>
          <p:nvPr/>
        </p:nvGrpSpPr>
        <p:grpSpPr>
          <a:xfrm>
            <a:off x="6918709" y="2041765"/>
            <a:ext cx="4963950" cy="2806522"/>
            <a:chOff x="6918709" y="2041765"/>
            <a:chExt cx="4963950" cy="2806522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19D00EF-C204-4D35-BD63-6CBE2C33D7A8}"/>
                </a:ext>
              </a:extLst>
            </p:cNvPr>
            <p:cNvSpPr/>
            <p:nvPr/>
          </p:nvSpPr>
          <p:spPr>
            <a:xfrm>
              <a:off x="6918709" y="2340841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2E78BC8-C853-49E4-8568-1B8C4043F9B5}"/>
                </a:ext>
              </a:extLst>
            </p:cNvPr>
            <p:cNvSpPr/>
            <p:nvPr/>
          </p:nvSpPr>
          <p:spPr>
            <a:xfrm>
              <a:off x="10131348" y="3820675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CE2C5A7-70F7-4C81-9CD6-80F0CCE053F0}"/>
                </a:ext>
              </a:extLst>
            </p:cNvPr>
            <p:cNvSpPr txBox="1"/>
            <p:nvPr/>
          </p:nvSpPr>
          <p:spPr>
            <a:xfrm>
              <a:off x="7741630" y="2041765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C5578FC-7DC6-45CE-9DA5-1F482C11184F}"/>
                </a:ext>
              </a:extLst>
            </p:cNvPr>
            <p:cNvSpPr txBox="1"/>
            <p:nvPr/>
          </p:nvSpPr>
          <p:spPr>
            <a:xfrm>
              <a:off x="10957854" y="3535922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1666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939DB93D-858F-4389-BE73-B31AEE27CBC1}"/>
                  </a:ext>
                </a:extLst>
              </p:cNvPr>
              <p:cNvSpPr txBox="1"/>
              <p:nvPr/>
            </p:nvSpPr>
            <p:spPr>
              <a:xfrm>
                <a:off x="9989564" y="2602989"/>
                <a:ext cx="192077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0.0667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0.2667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939DB93D-858F-4389-BE73-B31AEE27C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9564" y="2602989"/>
                <a:ext cx="1920778" cy="20313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714D42F-963A-4EE3-80AE-61E474DA1FD8}"/>
              </a:ext>
            </a:extLst>
          </p:cNvPr>
          <p:cNvGrpSpPr/>
          <p:nvPr/>
        </p:nvGrpSpPr>
        <p:grpSpPr>
          <a:xfrm>
            <a:off x="8309018" y="91850"/>
            <a:ext cx="1680546" cy="1136712"/>
            <a:chOff x="7140558" y="558640"/>
            <a:chExt cx="1680546" cy="1136712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971E90C-CE3F-4E8C-887C-5146AC6CE7A1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A4764A6C-C62D-4D3A-BD93-29120E7CFCCB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82A7D23B-8DAC-4302-A67A-48243AC83F6D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274AF94B-2084-405C-B9D4-31561781F446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DBE1AB8-1DEE-431F-944F-769EB3FE5919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A57FA2F6-C7AC-4D08-95E4-24DCC97F36D0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8502667C-6F78-4BB8-8875-E49E19724681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7D05544F-291D-4070-BE4E-4DFE854C01CE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B9B18ABB-3A1C-4448-895E-A01578C81C7E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9B9BF3B1-7570-4DB8-AEC5-5E32A4C9D0C8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639930E5-7771-47B3-A097-615EC1DB4298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ADC2770D-3311-4C89-9739-CC916D5BF268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651FCB38-A4DF-41DA-9808-CC73F19A1AB4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303B4B95-4A72-4F91-BDF0-ACA512CDB7D9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324C03A7-05F1-42B9-99DD-003671D66953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75B1AFFF-FF76-47D0-BEB4-8E855F07593A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00D056BE-55E9-4BA4-80A7-488548E768F5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BB3CFCA-7291-4A6C-A084-4453A469985B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A51B7E1-EF2D-4F64-B0B9-1E75831AA836}"/>
              </a:ext>
            </a:extLst>
          </p:cNvPr>
          <p:cNvGrpSpPr/>
          <p:nvPr/>
        </p:nvGrpSpPr>
        <p:grpSpPr>
          <a:xfrm>
            <a:off x="8311643" y="5648421"/>
            <a:ext cx="1677921" cy="1136712"/>
            <a:chOff x="8311644" y="5648422"/>
            <a:chExt cx="1677921" cy="1136712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5ADF084D-D40B-4E7A-828A-5A645FBF5CE6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A14D4F9F-A1F7-42AD-A329-C575E2CAC768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BCC020BB-27BE-4461-9697-D7FD4284120B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E72A9E8B-1452-4E89-99AF-3DEC89754950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4D0F98FC-6FE6-4165-B6BA-65D75934FF9E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8ED0FE55-91A7-4F0B-98F3-7B015E41D1DE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5D8D714C-82F7-4F45-AE99-CEA9AD28343C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B8866960-228C-4EEB-B4FB-FE59AA8C6B62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F6D4CDCA-14E9-4891-924A-829D5B0083C3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EF36A414-BC22-459C-834D-460EBFE7B817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CBE38A31-7C71-4B97-AB8D-8A3AB1E19630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6EA6316-C149-4817-8DB5-71F5A1C41B6D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07FEFCFA-2D5D-47AE-9627-821819F89013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52A997C2-55D7-4FBC-B7AD-E4BA753C2371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B9AC2064-C032-4E88-8626-F46575C8A967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F6386945-8FF6-4240-B218-5B79D488B053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348D3801-069D-4DAA-BFEB-65D864E848D6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56EFA2E-00FB-4C37-BF35-FC2B4960CCCB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544" y="1503250"/>
            <a:ext cx="5201376" cy="4534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6776925" y="2608117"/>
                <a:ext cx="1920778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0.1333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925" y="2608117"/>
                <a:ext cx="1920778" cy="2031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55B4CF-6E03-49C2-BA41-28E824B5E7F8}"/>
              </a:ext>
            </a:extLst>
          </p:cNvPr>
          <p:cNvCxnSpPr>
            <a:cxnSpLocks/>
          </p:cNvCxnSpPr>
          <p:nvPr/>
        </p:nvCxnSpPr>
        <p:spPr>
          <a:xfrm flipH="1">
            <a:off x="8068733" y="1384663"/>
            <a:ext cx="784121" cy="679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3D23891-6350-4B4C-85A0-F6EC6B054F5E}"/>
              </a:ext>
            </a:extLst>
          </p:cNvPr>
          <p:cNvCxnSpPr>
            <a:cxnSpLocks/>
          </p:cNvCxnSpPr>
          <p:nvPr/>
        </p:nvCxnSpPr>
        <p:spPr>
          <a:xfrm>
            <a:off x="9910708" y="1384663"/>
            <a:ext cx="858892" cy="74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3D0168B-4457-4E7F-8DCD-7A07CF166FCB}"/>
              </a:ext>
            </a:extLst>
          </p:cNvPr>
          <p:cNvGrpSpPr/>
          <p:nvPr/>
        </p:nvGrpSpPr>
        <p:grpSpPr>
          <a:xfrm>
            <a:off x="6887818" y="2063947"/>
            <a:ext cx="4992990" cy="2758059"/>
            <a:chOff x="6887818" y="2063947"/>
            <a:chExt cx="4992990" cy="275805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7452223-8E1F-4A6E-86EF-F7D7DF8CFFA3}"/>
                </a:ext>
              </a:extLst>
            </p:cNvPr>
            <p:cNvSpPr/>
            <p:nvPr/>
          </p:nvSpPr>
          <p:spPr>
            <a:xfrm>
              <a:off x="6887818" y="3794394"/>
              <a:ext cx="1637211" cy="10276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6D5B97A-5D61-4C6E-9EB2-6115E721F075}"/>
                </a:ext>
              </a:extLst>
            </p:cNvPr>
            <p:cNvSpPr/>
            <p:nvPr/>
          </p:nvSpPr>
          <p:spPr>
            <a:xfrm>
              <a:off x="10131348" y="2368359"/>
              <a:ext cx="1637211" cy="1027612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C0E26D0-C07F-4CE2-B49A-60B7065F735D}"/>
                </a:ext>
              </a:extLst>
            </p:cNvPr>
            <p:cNvSpPr txBox="1"/>
            <p:nvPr/>
          </p:nvSpPr>
          <p:spPr>
            <a:xfrm>
              <a:off x="10964019" y="2063947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82BB289-0091-4854-9420-E6107B03FD7B}"/>
                </a:ext>
              </a:extLst>
            </p:cNvPr>
            <p:cNvSpPr txBox="1"/>
            <p:nvPr/>
          </p:nvSpPr>
          <p:spPr>
            <a:xfrm>
              <a:off x="7732331" y="3489565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1DF0A07-028F-4CC1-840C-117F66DC701E}"/>
              </a:ext>
            </a:extLst>
          </p:cNvPr>
          <p:cNvGrpSpPr/>
          <p:nvPr/>
        </p:nvGrpSpPr>
        <p:grpSpPr>
          <a:xfrm>
            <a:off x="6918709" y="2041765"/>
            <a:ext cx="4963950" cy="2806522"/>
            <a:chOff x="6918709" y="2041765"/>
            <a:chExt cx="4963950" cy="2806522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7B861A0-1D56-4D9A-BFB4-7F9E30800FF8}"/>
                </a:ext>
              </a:extLst>
            </p:cNvPr>
            <p:cNvSpPr/>
            <p:nvPr/>
          </p:nvSpPr>
          <p:spPr>
            <a:xfrm>
              <a:off x="6918709" y="2340841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CC1EF16-C364-49EC-8463-C7B60272BF72}"/>
                </a:ext>
              </a:extLst>
            </p:cNvPr>
            <p:cNvSpPr/>
            <p:nvPr/>
          </p:nvSpPr>
          <p:spPr>
            <a:xfrm>
              <a:off x="10131348" y="3820675"/>
              <a:ext cx="1637211" cy="102761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1A4E6A1-66EB-461E-8194-98D852221F6E}"/>
                </a:ext>
              </a:extLst>
            </p:cNvPr>
            <p:cNvSpPr txBox="1"/>
            <p:nvPr/>
          </p:nvSpPr>
          <p:spPr>
            <a:xfrm>
              <a:off x="7741630" y="2041765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FE995CA-9779-4609-8DBE-BADF3B8FBAAD}"/>
                </a:ext>
              </a:extLst>
            </p:cNvPr>
            <p:cNvSpPr txBox="1"/>
            <p:nvPr/>
          </p:nvSpPr>
          <p:spPr>
            <a:xfrm>
              <a:off x="10957854" y="3535922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/>
          <p:nvPr/>
        </p:nvCxnSpPr>
        <p:spPr>
          <a:xfrm>
            <a:off x="7961764" y="4972594"/>
            <a:ext cx="891089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7ACE2AA-D2AB-432C-9F5F-7B7A684644AD}"/>
              </a:ext>
            </a:extLst>
          </p:cNvPr>
          <p:cNvCxnSpPr/>
          <p:nvPr/>
        </p:nvCxnSpPr>
        <p:spPr>
          <a:xfrm flipH="1">
            <a:off x="9989565" y="4972594"/>
            <a:ext cx="1101455" cy="675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960ACDD-5E5F-4502-AFB8-FF44BFA0D7A5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960ACDD-5E5F-4502-AFB8-FF44BFA0D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F9BCE7D-A84C-4329-9F75-D721368E490F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F9BCE7D-A84C-4329-9F75-D721368E4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5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TextBox 150">
            <a:extLst>
              <a:ext uri="{FF2B5EF4-FFF2-40B4-BE49-F238E27FC236}">
                <a16:creationId xmlns:a16="http://schemas.microsoft.com/office/drawing/2014/main" id="{29198E74-82C0-47B2-8174-B59DCBCAD896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3A7957D-516A-44AE-9F34-0D72FECA60F7}"/>
              </a:ext>
            </a:extLst>
          </p:cNvPr>
          <p:cNvCxnSpPr/>
          <p:nvPr/>
        </p:nvCxnSpPr>
        <p:spPr>
          <a:xfrm>
            <a:off x="11912601" y="934340"/>
            <a:ext cx="0" cy="5091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367A8F8-1804-4A6C-9B84-544275E52198}"/>
                  </a:ext>
                </a:extLst>
              </p:cNvPr>
              <p:cNvSpPr txBox="1"/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367A8F8-1804-4A6C-9B84-544275E52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2346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BEACC33A-B3E3-4723-8BA5-BC9318AD7D9F}"/>
              </a:ext>
            </a:extLst>
          </p:cNvPr>
          <p:cNvGrpSpPr/>
          <p:nvPr/>
        </p:nvGrpSpPr>
        <p:grpSpPr>
          <a:xfrm>
            <a:off x="8309020" y="91849"/>
            <a:ext cx="1680546" cy="1136712"/>
            <a:chOff x="7140558" y="558640"/>
            <a:chExt cx="1680546" cy="1136712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C9CB3DE-61EB-457C-A8FE-2CE56219D075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7F04C783-DD47-4988-9A38-412A5EBD67A0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5E032AF1-92AC-4573-82EE-408B7C4A7BE9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C5818CB9-D000-49FC-9E0F-AFC5E91554CC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C2D14FB7-4DF1-421B-B09B-F6E48C5A9828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9B366BA-920C-461A-A06A-76F0CDD1E4E6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B1D5F563-874C-40DC-BAC8-8161AB3D58F7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0720F7A2-29E4-4547-9A20-49DA53B84A4D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59FAACF-B834-4FF8-9963-5453AFD51BA8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2703A928-748D-4B67-BB8A-B4D866ECF50C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46C71913-E7F3-4E12-BDF4-EDEA79843065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B1E20C00-AAB4-41C4-845F-C547A27EB809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8D84906-1A59-4541-99E0-84A7C9A26F55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AD42CAB-B028-48D0-9AD3-0E894AD93B82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5B4DE4C4-ADAE-47B5-A53B-4FE6774FFB98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5A221F1-8D13-40C3-9CA0-E2050E63C2F2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42CC0E04-5C9E-4A4E-B0F5-644F635ABEF5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D863B60-288D-42C4-AA5C-8E72A53B4B6A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90105A3-6A2F-4EDE-A89A-09322E0EB2F8}"/>
              </a:ext>
            </a:extLst>
          </p:cNvPr>
          <p:cNvGrpSpPr/>
          <p:nvPr/>
        </p:nvGrpSpPr>
        <p:grpSpPr>
          <a:xfrm>
            <a:off x="8311645" y="5648420"/>
            <a:ext cx="1677921" cy="1136712"/>
            <a:chOff x="8311644" y="5648422"/>
            <a:chExt cx="1677921" cy="1136712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6369B862-D9D9-4DE9-92FB-8086DDB3E7E5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02DB08FF-C118-45A2-A7DA-C7064422F131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FD47314-A1B1-40C3-881C-9FCC4D947A2D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93B21CC8-8813-4F75-94B1-E29E347D5F99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DA00FA0-E363-4A14-8048-9301B56E5600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023553B4-3DA2-4125-ABD2-E4C13A3ADBB8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A9A530E3-1B92-41FD-B1FD-79C92EC7AF12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152071A-6E05-4C14-B428-B415C88AB24A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F98929D9-E133-4249-AAE8-D331A89B69BD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D3BC67AA-CEC4-44F6-B0D1-68023A7575E6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95CF31A0-7587-4114-872C-98ED0C4C0C96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E96E0B3D-B6FE-4F38-8A4A-C153B1C65771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C8A9BC69-BD3A-4844-BFE3-42A865295356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A539BB5F-2F19-4581-8865-6D7FB8CB9751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B94E2826-E2D7-4BE7-B5C0-AD178CFA1E6A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1F874558-BDAD-47C3-B24D-FED890444666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C5BE61C-2C41-4872-819C-3022A3B2D0C3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575043A-92CF-49CD-B56B-591462B639C5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30AFFB4-AEA8-4B13-82E3-63F5AA056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77" y="1503250"/>
            <a:ext cx="5201376" cy="45345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8155282" y="2257773"/>
                <a:ext cx="2601736" cy="2514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den>
                          </m:f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5282" y="2257773"/>
                <a:ext cx="2601736" cy="2514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55B4CF-6E03-49C2-BA41-28E824B5E7F8}"/>
              </a:ext>
            </a:extLst>
          </p:cNvPr>
          <p:cNvCxnSpPr>
            <a:cxnSpLocks/>
          </p:cNvCxnSpPr>
          <p:nvPr/>
        </p:nvCxnSpPr>
        <p:spPr>
          <a:xfrm flipH="1">
            <a:off x="9378663" y="1465276"/>
            <a:ext cx="1" cy="545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>
            <a:cxnSpLocks/>
          </p:cNvCxnSpPr>
          <p:nvPr/>
        </p:nvCxnSpPr>
        <p:spPr>
          <a:xfrm>
            <a:off x="9456150" y="5133394"/>
            <a:ext cx="1" cy="372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58BF8643-38DD-46C1-B805-A53254FA0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35" y="1134329"/>
            <a:ext cx="5400854" cy="5505219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2886080A-2B3F-4026-9144-A4880114FEED}"/>
              </a:ext>
            </a:extLst>
          </p:cNvPr>
          <p:cNvGrpSpPr/>
          <p:nvPr/>
        </p:nvGrpSpPr>
        <p:grpSpPr>
          <a:xfrm>
            <a:off x="8321316" y="1757828"/>
            <a:ext cx="2609752" cy="3132904"/>
            <a:chOff x="8321316" y="1757828"/>
            <a:chExt cx="2609752" cy="313290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A9A4B3-878A-4A5B-9B3D-849678175FF4}"/>
                </a:ext>
              </a:extLst>
            </p:cNvPr>
            <p:cNvSpPr/>
            <p:nvPr/>
          </p:nvSpPr>
          <p:spPr>
            <a:xfrm>
              <a:off x="8321317" y="2101032"/>
              <a:ext cx="2298021" cy="120178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27250A4-3D52-4B40-AA4F-9A767B7649C4}"/>
                </a:ext>
              </a:extLst>
            </p:cNvPr>
            <p:cNvSpPr/>
            <p:nvPr/>
          </p:nvSpPr>
          <p:spPr>
            <a:xfrm>
              <a:off x="8321316" y="3688949"/>
              <a:ext cx="2298021" cy="120178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A01D397-1EE3-4852-8BBD-5561892CCD78}"/>
                </a:ext>
              </a:extLst>
            </p:cNvPr>
            <p:cNvSpPr txBox="1"/>
            <p:nvPr/>
          </p:nvSpPr>
          <p:spPr>
            <a:xfrm>
              <a:off x="10006263" y="3370520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76BEFC2-BD16-4233-A899-66C0A16AE284}"/>
                </a:ext>
              </a:extLst>
            </p:cNvPr>
            <p:cNvSpPr txBox="1"/>
            <p:nvPr/>
          </p:nvSpPr>
          <p:spPr>
            <a:xfrm>
              <a:off x="10006263" y="1757828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4854C72-B377-43AB-B618-30C001C63AE1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4854C72-B377-43AB-B618-30C001C63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8A4DB7E-9AD1-4D99-A901-02DFB203C7C3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F8A4DB7E-9AD1-4D99-A901-02DFB203C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E0CC73F5-3327-4594-BABE-D2E36DFC766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</p:spTree>
    <p:extLst>
      <p:ext uri="{BB962C8B-B14F-4D97-AF65-F5344CB8AC3E}">
        <p14:creationId xmlns:p14="http://schemas.microsoft.com/office/powerpoint/2010/main" val="31950686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8C035DFF-4CBD-47DB-B2A0-C69AF14E5646}"/>
              </a:ext>
            </a:extLst>
          </p:cNvPr>
          <p:cNvGrpSpPr/>
          <p:nvPr/>
        </p:nvGrpSpPr>
        <p:grpSpPr>
          <a:xfrm>
            <a:off x="8309017" y="91851"/>
            <a:ext cx="1680546" cy="1136712"/>
            <a:chOff x="7140558" y="558640"/>
            <a:chExt cx="1680546" cy="113671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F25A577-857B-47EB-9EA7-F98E8F9ED4A0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FA00CAE-5A10-4925-930E-DCC7BDF251FE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C7E8F5D-ACA8-48AE-B298-A06949F9BA63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7184FD15-B076-451C-9677-CFE83BD96FE0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6F22740B-9682-43C3-8551-AB179F2C1097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30B0818-7733-4DFD-87ED-E34007FBEDE8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0F16E324-2178-4BE1-A320-3B1A80FFE986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FBD8FCE0-185B-4C15-890E-3D10E76D4D9A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0739179-874D-43EB-98F0-AD3AED6B343F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4C3A726-AB3F-41BC-9D14-6C904D24DD48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7F4EE4D-4F98-4472-92DB-F754C3E6C593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DCC9325-70AA-4753-AF03-C7ECD9E144F3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F8F5995-4FD7-4AD3-8D87-39FF0CC0C873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9F2A5C36-6206-474A-80BC-7C4591AAD41C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C2F4902-62BE-451E-9379-2FADFB3DCF7E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8EA39C3-54BD-4EFB-AC69-EE9CA754F650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8ED68F60-6CCC-4754-98B0-C7BC8CE15222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377F9E3-5C6C-4B88-8217-9AD15DAB63A5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338F920-1072-4CA7-8380-2628273D34B2}"/>
              </a:ext>
            </a:extLst>
          </p:cNvPr>
          <p:cNvGrpSpPr/>
          <p:nvPr/>
        </p:nvGrpSpPr>
        <p:grpSpPr>
          <a:xfrm>
            <a:off x="8311642" y="5648422"/>
            <a:ext cx="1677921" cy="1136712"/>
            <a:chOff x="8311644" y="5648422"/>
            <a:chExt cx="1677921" cy="113671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3688B81-FA4E-4BAC-A9D1-924751C10959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80A4377-E472-45FA-9380-D4967EB36656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DD632DA-FFAA-4286-A9B4-40CADEF2506A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A719AC1-2160-41C8-B127-02A0717281BB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CB483C5-7685-42A7-9678-0E4B72D20D20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45B7087-5EA0-4424-B7DB-2C4BC43C5E19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A0BF4C05-C0AA-4BA3-AE3F-72AB8B8499E6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4685D2B-6AAB-4F7F-A3E9-344D011E8F18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AD321EED-7E83-4CC9-B9CF-1A22FD649462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D8356DE-7021-46E6-997E-9EF0B96ECD03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EEE63EC6-4404-420F-9F51-D53D6124A594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8AAD183-BCA0-44C7-B795-F0E06A41A12B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A11A58DC-7F6F-4351-BF20-77BF2798AD9D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89298D3-9A74-48F1-B510-455AED5C0B98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5FAD555B-874B-4EB1-8515-DCA9D5E63844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A3A39E33-D199-4504-A1B9-6069A7799391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1C37F541-9F90-4362-B583-12C7A9B19ED0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C7433C9-02FB-4BE3-8C6D-E3B47DA8C166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8208430" y="2481530"/>
                <a:ext cx="2601736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 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430" y="2481530"/>
                <a:ext cx="2601736" cy="23083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55B4CF-6E03-49C2-BA41-28E824B5E7F8}"/>
              </a:ext>
            </a:extLst>
          </p:cNvPr>
          <p:cNvCxnSpPr>
            <a:cxnSpLocks/>
          </p:cNvCxnSpPr>
          <p:nvPr/>
        </p:nvCxnSpPr>
        <p:spPr>
          <a:xfrm flipH="1">
            <a:off x="9378663" y="1465276"/>
            <a:ext cx="1" cy="545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>
            <a:cxnSpLocks/>
          </p:cNvCxnSpPr>
          <p:nvPr/>
        </p:nvCxnSpPr>
        <p:spPr>
          <a:xfrm>
            <a:off x="9456151" y="5146766"/>
            <a:ext cx="0" cy="35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6736322-EBF5-4F05-999C-441992741062}"/>
              </a:ext>
            </a:extLst>
          </p:cNvPr>
          <p:cNvGrpSpPr/>
          <p:nvPr/>
        </p:nvGrpSpPr>
        <p:grpSpPr>
          <a:xfrm>
            <a:off x="8321316" y="1757828"/>
            <a:ext cx="2609752" cy="3132904"/>
            <a:chOff x="8321316" y="1757828"/>
            <a:chExt cx="2609752" cy="313290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B9AB3B0-0FAA-4510-9BD6-76D4D14D08BB}"/>
                </a:ext>
              </a:extLst>
            </p:cNvPr>
            <p:cNvSpPr/>
            <p:nvPr/>
          </p:nvSpPr>
          <p:spPr>
            <a:xfrm>
              <a:off x="8321317" y="2101032"/>
              <a:ext cx="2298021" cy="120178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6A7E8E5-77E7-492B-8570-4F07CF1EBF0A}"/>
                </a:ext>
              </a:extLst>
            </p:cNvPr>
            <p:cNvSpPr/>
            <p:nvPr/>
          </p:nvSpPr>
          <p:spPr>
            <a:xfrm>
              <a:off x="8321316" y="3688949"/>
              <a:ext cx="2298021" cy="120178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4E1F92-EA20-47C6-8495-00530FD4FBC3}"/>
                </a:ext>
              </a:extLst>
            </p:cNvPr>
            <p:cNvSpPr txBox="1"/>
            <p:nvPr/>
          </p:nvSpPr>
          <p:spPr>
            <a:xfrm>
              <a:off x="10006263" y="3370520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B4636F2-9C41-4C87-B3AB-0082578A5017}"/>
                </a:ext>
              </a:extLst>
            </p:cNvPr>
            <p:cNvSpPr txBox="1"/>
            <p:nvPr/>
          </p:nvSpPr>
          <p:spPr>
            <a:xfrm>
              <a:off x="10006263" y="1757828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A1C4163-6DD5-4FE2-8FE9-89BA66B90C73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A1C4163-6DD5-4FE2-8FE9-89BA66B90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4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E0BEC59-A35B-4700-920C-F1BE9362730D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E0BEC59-A35B-4700-920C-F1BE93627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5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72E55BD6-0D1C-4883-B1FF-47D081D489E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5777588-B548-4492-A9F6-ACCD246CCEC7}"/>
              </a:ext>
            </a:extLst>
          </p:cNvPr>
          <p:cNvCxnSpPr/>
          <p:nvPr/>
        </p:nvCxnSpPr>
        <p:spPr>
          <a:xfrm>
            <a:off x="11912601" y="934340"/>
            <a:ext cx="0" cy="5091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B545EDB-0CFE-49A6-9C71-16D6BD2C4C32}"/>
                  </a:ext>
                </a:extLst>
              </p:cNvPr>
              <p:cNvSpPr txBox="1"/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B545EDB-0CFE-49A6-9C71-16D6BD2C4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1424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8C035DFF-4CBD-47DB-B2A0-C69AF14E5646}"/>
              </a:ext>
            </a:extLst>
          </p:cNvPr>
          <p:cNvGrpSpPr/>
          <p:nvPr/>
        </p:nvGrpSpPr>
        <p:grpSpPr>
          <a:xfrm>
            <a:off x="8309017" y="91851"/>
            <a:ext cx="1680546" cy="1136712"/>
            <a:chOff x="7140558" y="558640"/>
            <a:chExt cx="1680546" cy="113671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F25A577-857B-47EB-9EA7-F98E8F9ED4A0}"/>
                </a:ext>
              </a:extLst>
            </p:cNvPr>
            <p:cNvGrpSpPr/>
            <p:nvPr/>
          </p:nvGrpSpPr>
          <p:grpSpPr>
            <a:xfrm>
              <a:off x="7684392" y="558640"/>
              <a:ext cx="1136712" cy="1136712"/>
              <a:chOff x="1683986" y="164675"/>
              <a:chExt cx="1913467" cy="1913467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FA00CAE-5A10-4925-930E-DCC7BDF251FE}"/>
                  </a:ext>
                </a:extLst>
              </p:cNvPr>
              <p:cNvSpPr/>
              <p:nvPr/>
            </p:nvSpPr>
            <p:spPr>
              <a:xfrm>
                <a:off x="1683986" y="164675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CC7E8F5D-ACA8-48AE-B298-A06949F9BA63}"/>
                  </a:ext>
                </a:extLst>
              </p:cNvPr>
              <p:cNvSpPr/>
              <p:nvPr/>
            </p:nvSpPr>
            <p:spPr>
              <a:xfrm>
                <a:off x="2104020" y="85679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7184FD15-B076-451C-9677-CFE83BD96FE0}"/>
                  </a:ext>
                </a:extLst>
              </p:cNvPr>
              <p:cNvSpPr/>
              <p:nvPr/>
            </p:nvSpPr>
            <p:spPr>
              <a:xfrm>
                <a:off x="2299831" y="46996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6F22740B-9682-43C3-8551-AB179F2C1097}"/>
                  </a:ext>
                </a:extLst>
              </p:cNvPr>
              <p:cNvSpPr/>
              <p:nvPr/>
            </p:nvSpPr>
            <p:spPr>
              <a:xfrm>
                <a:off x="3255047" y="86663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30B0818-7733-4DFD-87ED-E34007FBEDE8}"/>
                  </a:ext>
                </a:extLst>
              </p:cNvPr>
              <p:cNvSpPr/>
              <p:nvPr/>
            </p:nvSpPr>
            <p:spPr>
              <a:xfrm>
                <a:off x="2641914" y="1096096"/>
                <a:ext cx="191069" cy="191069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0F16E324-2178-4BE1-A320-3B1A80FFE986}"/>
                  </a:ext>
                </a:extLst>
              </p:cNvPr>
              <p:cNvSpPr/>
              <p:nvPr/>
            </p:nvSpPr>
            <p:spPr>
              <a:xfrm>
                <a:off x="3273642" y="1197292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FBD8FCE0-185B-4C15-890E-3D10E76D4D9A}"/>
                  </a:ext>
                </a:extLst>
              </p:cNvPr>
              <p:cNvSpPr/>
              <p:nvPr/>
            </p:nvSpPr>
            <p:spPr>
              <a:xfrm>
                <a:off x="2283566" y="1606391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90739179-874D-43EB-98F0-AD3AED6B343F}"/>
                  </a:ext>
                </a:extLst>
              </p:cNvPr>
              <p:cNvSpPr/>
              <p:nvPr/>
            </p:nvSpPr>
            <p:spPr>
              <a:xfrm>
                <a:off x="1855025" y="1391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4C3A726-AB3F-41BC-9D14-6C904D24DD48}"/>
                  </a:ext>
                </a:extLst>
              </p:cNvPr>
              <p:cNvSpPr/>
              <p:nvPr/>
            </p:nvSpPr>
            <p:spPr>
              <a:xfrm>
                <a:off x="2974860" y="46006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7F4EE4D-4F98-4472-92DB-F754C3E6C593}"/>
                  </a:ext>
                </a:extLst>
              </p:cNvPr>
              <p:cNvSpPr/>
              <p:nvPr/>
            </p:nvSpPr>
            <p:spPr>
              <a:xfrm>
                <a:off x="2508468" y="14167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DCC9325-70AA-4753-AF03-C7ECD9E144F3}"/>
                  </a:ext>
                </a:extLst>
              </p:cNvPr>
              <p:cNvSpPr/>
              <p:nvPr/>
            </p:nvSpPr>
            <p:spPr>
              <a:xfrm>
                <a:off x="3021778" y="1582866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F8F5995-4FD7-4AD3-8D87-39FF0CC0C873}"/>
                  </a:ext>
                </a:extLst>
              </p:cNvPr>
              <p:cNvSpPr/>
              <p:nvPr/>
            </p:nvSpPr>
            <p:spPr>
              <a:xfrm>
                <a:off x="2864077" y="123373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9F2A5C36-6206-474A-80BC-7C4591AAD41C}"/>
                  </a:ext>
                </a:extLst>
              </p:cNvPr>
              <p:cNvSpPr/>
              <p:nvPr/>
            </p:nvSpPr>
            <p:spPr>
              <a:xfrm>
                <a:off x="2126472" y="118349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BC2F4902-62BE-451E-9379-2FADFB3DCF7E}"/>
                  </a:ext>
                </a:extLst>
              </p:cNvPr>
              <p:cNvSpPr/>
              <p:nvPr/>
            </p:nvSpPr>
            <p:spPr>
              <a:xfrm>
                <a:off x="2378030" y="800604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78EA39C3-54BD-4EFB-AC69-EE9CA754F650}"/>
                  </a:ext>
                </a:extLst>
              </p:cNvPr>
              <p:cNvSpPr/>
              <p:nvPr/>
            </p:nvSpPr>
            <p:spPr>
              <a:xfrm>
                <a:off x="2926243" y="736769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8ED68F60-6CCC-4754-98B0-C7BC8CE15222}"/>
                  </a:ext>
                </a:extLst>
              </p:cNvPr>
              <p:cNvSpPr/>
              <p:nvPr/>
            </p:nvSpPr>
            <p:spPr>
              <a:xfrm>
                <a:off x="2663146" y="393762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377F9E3-5C6C-4B88-8217-9AD15DAB63A5}"/>
                </a:ext>
              </a:extLst>
            </p:cNvPr>
            <p:cNvSpPr txBox="1"/>
            <p:nvPr/>
          </p:nvSpPr>
          <p:spPr>
            <a:xfrm>
              <a:off x="7140558" y="841712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P1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338F920-1072-4CA7-8380-2628273D34B2}"/>
              </a:ext>
            </a:extLst>
          </p:cNvPr>
          <p:cNvGrpSpPr/>
          <p:nvPr/>
        </p:nvGrpSpPr>
        <p:grpSpPr>
          <a:xfrm>
            <a:off x="8311642" y="5648422"/>
            <a:ext cx="1677921" cy="1136712"/>
            <a:chOff x="8311644" y="5648422"/>
            <a:chExt cx="1677921" cy="113671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63688B81-FA4E-4BAC-A9D1-924751C10959}"/>
                </a:ext>
              </a:extLst>
            </p:cNvPr>
            <p:cNvGrpSpPr/>
            <p:nvPr/>
          </p:nvGrpSpPr>
          <p:grpSpPr>
            <a:xfrm>
              <a:off x="8852853" y="5648422"/>
              <a:ext cx="1136712" cy="1136712"/>
              <a:chOff x="4273591" y="2277533"/>
              <a:chExt cx="1913467" cy="1913467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80A4377-E472-45FA-9380-D4967EB36656}"/>
                  </a:ext>
                </a:extLst>
              </p:cNvPr>
              <p:cNvSpPr/>
              <p:nvPr/>
            </p:nvSpPr>
            <p:spPr>
              <a:xfrm>
                <a:off x="4273591" y="2277533"/>
                <a:ext cx="1913467" cy="191346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7DD632DA-FFAA-4286-A9B4-40CADEF2506A}"/>
                  </a:ext>
                </a:extLst>
              </p:cNvPr>
              <p:cNvSpPr/>
              <p:nvPr/>
            </p:nvSpPr>
            <p:spPr>
              <a:xfrm>
                <a:off x="5605955" y="369572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7A719AC1-2160-41C8-B127-02A0717281BB}"/>
                  </a:ext>
                </a:extLst>
              </p:cNvPr>
              <p:cNvSpPr/>
              <p:nvPr/>
            </p:nvSpPr>
            <p:spPr>
              <a:xfrm>
                <a:off x="4716077" y="3296354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CB483C5-7685-42A7-9678-0E4B72D20D20}"/>
                  </a:ext>
                </a:extLst>
              </p:cNvPr>
              <p:cNvSpPr/>
              <p:nvPr/>
            </p:nvSpPr>
            <p:spPr>
              <a:xfrm>
                <a:off x="4972535" y="2912255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45B7087-5EA0-4424-B7DB-2C4BC43C5E19}"/>
                  </a:ext>
                </a:extLst>
              </p:cNvPr>
              <p:cNvSpPr/>
              <p:nvPr/>
            </p:nvSpPr>
            <p:spPr>
              <a:xfrm>
                <a:off x="5557046" y="256928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A0BF4C05-C0AA-4BA3-AE3F-72AB8B8499E6}"/>
                  </a:ext>
                </a:extLst>
              </p:cNvPr>
              <p:cNvSpPr/>
              <p:nvPr/>
            </p:nvSpPr>
            <p:spPr>
              <a:xfrm>
                <a:off x="4873079" y="3725542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A4685D2B-6AAB-4F7F-A3E9-344D011E8F18}"/>
                  </a:ext>
                </a:extLst>
              </p:cNvPr>
              <p:cNvSpPr/>
              <p:nvPr/>
            </p:nvSpPr>
            <p:spPr>
              <a:xfrm>
                <a:off x="4693625" y="2969653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AD321EED-7E83-4CC9-B9CF-1A22FD649462}"/>
                  </a:ext>
                </a:extLst>
              </p:cNvPr>
              <p:cNvSpPr/>
              <p:nvPr/>
            </p:nvSpPr>
            <p:spPr>
              <a:xfrm>
                <a:off x="4889436" y="2582820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D8356DE-7021-46E6-997E-9EF0B96ECD03}"/>
                  </a:ext>
                </a:extLst>
              </p:cNvPr>
              <p:cNvSpPr/>
              <p:nvPr/>
            </p:nvSpPr>
            <p:spPr>
              <a:xfrm>
                <a:off x="5844652" y="2979491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EEE63EC6-4404-420F-9F51-D53D6124A594}"/>
                  </a:ext>
                </a:extLst>
              </p:cNvPr>
              <p:cNvSpPr/>
              <p:nvPr/>
            </p:nvSpPr>
            <p:spPr>
              <a:xfrm>
                <a:off x="5231519" y="3208954"/>
                <a:ext cx="191069" cy="191069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8AAD183-BCA0-44C7-B795-F0E06A41A12B}"/>
                  </a:ext>
                </a:extLst>
              </p:cNvPr>
              <p:cNvSpPr/>
              <p:nvPr/>
            </p:nvSpPr>
            <p:spPr>
              <a:xfrm>
                <a:off x="5863247" y="3310150"/>
                <a:ext cx="191069" cy="19106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A11A58DC-7F6F-4351-BF20-77BF2798AD9D}"/>
                  </a:ext>
                </a:extLst>
              </p:cNvPr>
              <p:cNvSpPr/>
              <p:nvPr/>
            </p:nvSpPr>
            <p:spPr>
              <a:xfrm>
                <a:off x="4444630" y="3504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89298D3-9A74-48F1-B510-455AED5C0B98}"/>
                  </a:ext>
                </a:extLst>
              </p:cNvPr>
              <p:cNvSpPr/>
              <p:nvPr/>
            </p:nvSpPr>
            <p:spPr>
              <a:xfrm>
                <a:off x="5098073" y="3529655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5FAD555B-874B-4EB1-8515-DCA9D5E63844}"/>
                  </a:ext>
                </a:extLst>
              </p:cNvPr>
              <p:cNvSpPr/>
              <p:nvPr/>
            </p:nvSpPr>
            <p:spPr>
              <a:xfrm>
                <a:off x="5453682" y="334659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A3A39E33-D199-4504-A1B9-6069A7799391}"/>
                  </a:ext>
                </a:extLst>
              </p:cNvPr>
              <p:cNvSpPr/>
              <p:nvPr/>
            </p:nvSpPr>
            <p:spPr>
              <a:xfrm>
                <a:off x="5515848" y="2849627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1C37F541-9F90-4362-B583-12C7A9B19ED0}"/>
                  </a:ext>
                </a:extLst>
              </p:cNvPr>
              <p:cNvSpPr/>
              <p:nvPr/>
            </p:nvSpPr>
            <p:spPr>
              <a:xfrm>
                <a:off x="5252751" y="2506620"/>
                <a:ext cx="191069" cy="19106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C7433C9-02FB-4BE3-8C6D-E3B47DA8C166}"/>
                </a:ext>
              </a:extLst>
            </p:cNvPr>
            <p:cNvSpPr txBox="1"/>
            <p:nvPr/>
          </p:nvSpPr>
          <p:spPr>
            <a:xfrm>
              <a:off x="8311644" y="5931063"/>
              <a:ext cx="5549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>
                  <a:latin typeface="Goudy Old Style" panose="02020502050305020303" pitchFamily="18" charset="0"/>
                </a:rPr>
                <a:t>P2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/>
              <p:nvPr/>
            </p:nvSpPr>
            <p:spPr>
              <a:xfrm>
                <a:off x="8208430" y="2481530"/>
                <a:ext cx="2601736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0.233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 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9CBB30-8DD4-47A5-80CF-A163E46D3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430" y="2481530"/>
                <a:ext cx="2601736" cy="23083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55B4CF-6E03-49C2-BA41-28E824B5E7F8}"/>
              </a:ext>
            </a:extLst>
          </p:cNvPr>
          <p:cNvCxnSpPr>
            <a:cxnSpLocks/>
          </p:cNvCxnSpPr>
          <p:nvPr/>
        </p:nvCxnSpPr>
        <p:spPr>
          <a:xfrm flipH="1">
            <a:off x="9378663" y="1465276"/>
            <a:ext cx="1" cy="545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5CEF063-1CC1-439A-99FB-B42D69E9103A}"/>
              </a:ext>
            </a:extLst>
          </p:cNvPr>
          <p:cNvCxnSpPr>
            <a:cxnSpLocks/>
          </p:cNvCxnSpPr>
          <p:nvPr/>
        </p:nvCxnSpPr>
        <p:spPr>
          <a:xfrm>
            <a:off x="9456151" y="5146766"/>
            <a:ext cx="0" cy="359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6736322-EBF5-4F05-999C-441992741062}"/>
              </a:ext>
            </a:extLst>
          </p:cNvPr>
          <p:cNvGrpSpPr/>
          <p:nvPr/>
        </p:nvGrpSpPr>
        <p:grpSpPr>
          <a:xfrm>
            <a:off x="8321316" y="1757828"/>
            <a:ext cx="2609752" cy="3132904"/>
            <a:chOff x="8321316" y="1757828"/>
            <a:chExt cx="2609752" cy="313290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B9AB3B0-0FAA-4510-9BD6-76D4D14D08BB}"/>
                </a:ext>
              </a:extLst>
            </p:cNvPr>
            <p:cNvSpPr/>
            <p:nvPr/>
          </p:nvSpPr>
          <p:spPr>
            <a:xfrm>
              <a:off x="8321317" y="2101032"/>
              <a:ext cx="2298021" cy="120178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6A7E8E5-77E7-492B-8570-4F07CF1EBF0A}"/>
                </a:ext>
              </a:extLst>
            </p:cNvPr>
            <p:cNvSpPr/>
            <p:nvPr/>
          </p:nvSpPr>
          <p:spPr>
            <a:xfrm>
              <a:off x="8321316" y="3688949"/>
              <a:ext cx="2298021" cy="120178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54E1F92-EA20-47C6-8495-00530FD4FBC3}"/>
                </a:ext>
              </a:extLst>
            </p:cNvPr>
            <p:cNvSpPr txBox="1"/>
            <p:nvPr/>
          </p:nvSpPr>
          <p:spPr>
            <a:xfrm>
              <a:off x="10006263" y="3370520"/>
              <a:ext cx="916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2"/>
                  </a:solidFill>
                </a:rPr>
                <a:t>B-effect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B4636F2-9C41-4C87-B3AB-0082578A5017}"/>
                </a:ext>
              </a:extLst>
            </p:cNvPr>
            <p:cNvSpPr txBox="1"/>
            <p:nvPr/>
          </p:nvSpPr>
          <p:spPr>
            <a:xfrm>
              <a:off x="10006263" y="1757828"/>
              <a:ext cx="924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6"/>
                  </a:solidFill>
                </a:rPr>
                <a:t>A-effect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2732893-7AE3-4E8B-9048-00A529CCD601}"/>
                  </a:ext>
                </a:extLst>
              </p:cNvPr>
              <p:cNvSpPr txBox="1"/>
              <p:nvPr/>
            </p:nvSpPr>
            <p:spPr>
              <a:xfrm>
                <a:off x="4820664" y="2534787"/>
                <a:ext cx="2601736" cy="22411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0.233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=70%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0.33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=30%  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2732893-7AE3-4E8B-9048-00A529CCD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664" y="2534787"/>
                <a:ext cx="2601736" cy="22411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A1C4163-6DD5-4FE2-8FE9-89BA66B90C73}"/>
                  </a:ext>
                </a:extLst>
              </p:cNvPr>
              <p:cNvSpPr txBox="1"/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0A1C4163-6DD5-4FE2-8FE9-89BA66B90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421" y="6067528"/>
                <a:ext cx="2121788" cy="485774"/>
              </a:xfrm>
              <a:prstGeom prst="rect">
                <a:avLst/>
              </a:prstGeom>
              <a:blipFill>
                <a:blip r:embed="rId5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E0BEC59-A35B-4700-920C-F1BE9362730D}"/>
                  </a:ext>
                </a:extLst>
              </p:cNvPr>
              <p:cNvSpPr txBox="1"/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E0BEC59-A35B-4700-920C-F1BE93627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4534" y="350754"/>
                <a:ext cx="1920778" cy="489686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Box 103">
            <a:extLst>
              <a:ext uri="{FF2B5EF4-FFF2-40B4-BE49-F238E27FC236}">
                <a16:creationId xmlns:a16="http://schemas.microsoft.com/office/drawing/2014/main" id="{72E55BD6-0D1C-4883-B1FF-47D081D489E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2 factor worked example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0BEF6FE1-01BF-44F0-9943-A0B3C8B86B05}"/>
              </a:ext>
            </a:extLst>
          </p:cNvPr>
          <p:cNvCxnSpPr/>
          <p:nvPr/>
        </p:nvCxnSpPr>
        <p:spPr>
          <a:xfrm>
            <a:off x="11912601" y="934340"/>
            <a:ext cx="0" cy="50911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AC5EB59-CF2D-4ECF-B1F8-87B3E31A9770}"/>
                  </a:ext>
                </a:extLst>
              </p:cNvPr>
              <p:cNvSpPr txBox="1"/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+0.33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BAC5EB59-CF2D-4ECF-B1F8-87B3E31A9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11528132" y="3222222"/>
                <a:ext cx="113011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14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14225D3-274A-4A33-A814-89370CD005D9}"/>
              </a:ext>
            </a:extLst>
          </p:cNvPr>
          <p:cNvGrpSpPr/>
          <p:nvPr/>
        </p:nvGrpSpPr>
        <p:grpSpPr>
          <a:xfrm>
            <a:off x="2374051" y="1530950"/>
            <a:ext cx="1913467" cy="1913467"/>
            <a:chOff x="1683986" y="164675"/>
            <a:chExt cx="1913467" cy="1913467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9E99959-C139-4170-9DC5-5F772CC6ECD0}"/>
                </a:ext>
              </a:extLst>
            </p:cNvPr>
            <p:cNvSpPr/>
            <p:nvPr/>
          </p:nvSpPr>
          <p:spPr>
            <a:xfrm>
              <a:off x="1683986" y="164675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3AD2B8D-AE7D-4D87-B7A1-1BDF3D5C2FC2}"/>
                </a:ext>
              </a:extLst>
            </p:cNvPr>
            <p:cNvSpPr/>
            <p:nvPr/>
          </p:nvSpPr>
          <p:spPr>
            <a:xfrm>
              <a:off x="2104020" y="85679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E954B8B0-B4C2-4A68-83F7-73F3C5E9E205}"/>
                </a:ext>
              </a:extLst>
            </p:cNvPr>
            <p:cNvSpPr/>
            <p:nvPr/>
          </p:nvSpPr>
          <p:spPr>
            <a:xfrm>
              <a:off x="2299831" y="46996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14ED80A-1D77-4598-A364-8A715AC09A06}"/>
                </a:ext>
              </a:extLst>
            </p:cNvPr>
            <p:cNvSpPr/>
            <p:nvPr/>
          </p:nvSpPr>
          <p:spPr>
            <a:xfrm>
              <a:off x="3255047" y="86663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5AFD6EA-4128-4DC7-8585-7BBD9DC2DCD3}"/>
                </a:ext>
              </a:extLst>
            </p:cNvPr>
            <p:cNvSpPr/>
            <p:nvPr/>
          </p:nvSpPr>
          <p:spPr>
            <a:xfrm>
              <a:off x="2641914" y="1096096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4E151040-665D-450A-8FCF-0D13161F6638}"/>
                </a:ext>
              </a:extLst>
            </p:cNvPr>
            <p:cNvSpPr/>
            <p:nvPr/>
          </p:nvSpPr>
          <p:spPr>
            <a:xfrm>
              <a:off x="3273642" y="1197292"/>
              <a:ext cx="191069" cy="19106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E1CF720-2DF7-441A-942E-A6F535BCFE5A}"/>
                </a:ext>
              </a:extLst>
            </p:cNvPr>
            <p:cNvSpPr/>
            <p:nvPr/>
          </p:nvSpPr>
          <p:spPr>
            <a:xfrm>
              <a:off x="2283566" y="1606391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7E3FCC6-22AE-4049-88F1-62F4E3BE453E}"/>
                </a:ext>
              </a:extLst>
            </p:cNvPr>
            <p:cNvSpPr/>
            <p:nvPr/>
          </p:nvSpPr>
          <p:spPr>
            <a:xfrm>
              <a:off x="1855025" y="1391797"/>
              <a:ext cx="191069" cy="1910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B526A135-AF2B-43D6-934D-80481C999B86}"/>
                </a:ext>
              </a:extLst>
            </p:cNvPr>
            <p:cNvSpPr/>
            <p:nvPr/>
          </p:nvSpPr>
          <p:spPr>
            <a:xfrm>
              <a:off x="2974860" y="46006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5BFA98D-E6C2-4D69-9409-2B3F892BBFBF}"/>
                </a:ext>
              </a:extLst>
            </p:cNvPr>
            <p:cNvSpPr/>
            <p:nvPr/>
          </p:nvSpPr>
          <p:spPr>
            <a:xfrm>
              <a:off x="2508468" y="14167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E1BE4155-D59D-44C0-8F69-9D46ED92CD3D}"/>
                </a:ext>
              </a:extLst>
            </p:cNvPr>
            <p:cNvSpPr/>
            <p:nvPr/>
          </p:nvSpPr>
          <p:spPr>
            <a:xfrm>
              <a:off x="3021778" y="1582866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4111AA0A-5DF2-4253-AD06-9E7A575C8605}"/>
                </a:ext>
              </a:extLst>
            </p:cNvPr>
            <p:cNvSpPr/>
            <p:nvPr/>
          </p:nvSpPr>
          <p:spPr>
            <a:xfrm>
              <a:off x="2864077" y="1233732"/>
              <a:ext cx="191069" cy="1910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5659F939-51D3-44B7-B388-F8B0DCCEE8B8}"/>
                </a:ext>
              </a:extLst>
            </p:cNvPr>
            <p:cNvSpPr/>
            <p:nvPr/>
          </p:nvSpPr>
          <p:spPr>
            <a:xfrm>
              <a:off x="2126472" y="1183497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DB693FE6-F824-4F76-84BB-A89FF171A040}"/>
                </a:ext>
              </a:extLst>
            </p:cNvPr>
            <p:cNvSpPr/>
            <p:nvPr/>
          </p:nvSpPr>
          <p:spPr>
            <a:xfrm>
              <a:off x="2378030" y="800604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14D3809-1BC1-4710-A26F-435B20E58569}"/>
                </a:ext>
              </a:extLst>
            </p:cNvPr>
            <p:cNvSpPr/>
            <p:nvPr/>
          </p:nvSpPr>
          <p:spPr>
            <a:xfrm>
              <a:off x="2926243" y="736769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398BEE3-D87A-4D98-8F96-D59AC364E199}"/>
                </a:ext>
              </a:extLst>
            </p:cNvPr>
            <p:cNvSpPr/>
            <p:nvPr/>
          </p:nvSpPr>
          <p:spPr>
            <a:xfrm>
              <a:off x="2663146" y="393762"/>
              <a:ext cx="191069" cy="1910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936FBB9-4226-4CED-B36F-22195A00B981}"/>
              </a:ext>
            </a:extLst>
          </p:cNvPr>
          <p:cNvGrpSpPr/>
          <p:nvPr/>
        </p:nvGrpSpPr>
        <p:grpSpPr>
          <a:xfrm>
            <a:off x="7929084" y="1531381"/>
            <a:ext cx="1913467" cy="1913467"/>
            <a:chOff x="4273591" y="2277533"/>
            <a:chExt cx="1913467" cy="1913467"/>
          </a:xfrm>
        </p:grpSpPr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45FE9779-B7A2-4910-B929-5FCF1177335D}"/>
                </a:ext>
              </a:extLst>
            </p:cNvPr>
            <p:cNvSpPr/>
            <p:nvPr/>
          </p:nvSpPr>
          <p:spPr>
            <a:xfrm>
              <a:off x="4273591" y="2277533"/>
              <a:ext cx="1913467" cy="191346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E9B2DD1B-FF1F-4063-901A-7F2A0A45C28D}"/>
                </a:ext>
              </a:extLst>
            </p:cNvPr>
            <p:cNvSpPr/>
            <p:nvPr/>
          </p:nvSpPr>
          <p:spPr>
            <a:xfrm>
              <a:off x="5605955" y="369572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1E54171-560D-4999-A132-FF43329CFCAF}"/>
                </a:ext>
              </a:extLst>
            </p:cNvPr>
            <p:cNvSpPr/>
            <p:nvPr/>
          </p:nvSpPr>
          <p:spPr>
            <a:xfrm>
              <a:off x="4716077" y="3296354"/>
              <a:ext cx="191069" cy="1910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462D13D-0EEB-41D5-BF53-D7DD3F46CC11}"/>
                </a:ext>
              </a:extLst>
            </p:cNvPr>
            <p:cNvSpPr/>
            <p:nvPr/>
          </p:nvSpPr>
          <p:spPr>
            <a:xfrm>
              <a:off x="4972535" y="2912255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81147B7-F1D4-4C17-972B-FDD3D8916F69}"/>
                </a:ext>
              </a:extLst>
            </p:cNvPr>
            <p:cNvSpPr/>
            <p:nvPr/>
          </p:nvSpPr>
          <p:spPr>
            <a:xfrm>
              <a:off x="5557046" y="256928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446B9E42-F404-491C-B520-121EB89E4711}"/>
                </a:ext>
              </a:extLst>
            </p:cNvPr>
            <p:cNvSpPr/>
            <p:nvPr/>
          </p:nvSpPr>
          <p:spPr>
            <a:xfrm>
              <a:off x="4873079" y="3725542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25A5838F-5A4D-4ACE-91A1-D164BE10309F}"/>
                </a:ext>
              </a:extLst>
            </p:cNvPr>
            <p:cNvSpPr/>
            <p:nvPr/>
          </p:nvSpPr>
          <p:spPr>
            <a:xfrm>
              <a:off x="4693625" y="2969653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856A9EDB-4A23-45ED-8404-55340A75DF87}"/>
                </a:ext>
              </a:extLst>
            </p:cNvPr>
            <p:cNvSpPr/>
            <p:nvPr/>
          </p:nvSpPr>
          <p:spPr>
            <a:xfrm>
              <a:off x="4889436" y="2582820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A4F79285-CDCB-4F4B-B1AD-9730695FD93B}"/>
                </a:ext>
              </a:extLst>
            </p:cNvPr>
            <p:cNvSpPr/>
            <p:nvPr/>
          </p:nvSpPr>
          <p:spPr>
            <a:xfrm>
              <a:off x="5844652" y="2979491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CD6E680-3FC4-47C2-8A70-0A27F12EA4D8}"/>
                </a:ext>
              </a:extLst>
            </p:cNvPr>
            <p:cNvSpPr/>
            <p:nvPr/>
          </p:nvSpPr>
          <p:spPr>
            <a:xfrm>
              <a:off x="5231519" y="3208954"/>
              <a:ext cx="191069" cy="191069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4D1E2F3E-96AB-479A-A8B1-0F763647B8E1}"/>
                </a:ext>
              </a:extLst>
            </p:cNvPr>
            <p:cNvSpPr/>
            <p:nvPr/>
          </p:nvSpPr>
          <p:spPr>
            <a:xfrm>
              <a:off x="5863247" y="3310150"/>
              <a:ext cx="191069" cy="19106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8FF49439-872B-4CC9-B2AB-661021D92269}"/>
                </a:ext>
              </a:extLst>
            </p:cNvPr>
            <p:cNvSpPr/>
            <p:nvPr/>
          </p:nvSpPr>
          <p:spPr>
            <a:xfrm>
              <a:off x="4444630" y="3504655"/>
              <a:ext cx="191069" cy="1910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2F1EBFCA-CBA2-4B39-87BF-620859C338B8}"/>
                </a:ext>
              </a:extLst>
            </p:cNvPr>
            <p:cNvSpPr/>
            <p:nvPr/>
          </p:nvSpPr>
          <p:spPr>
            <a:xfrm>
              <a:off x="5098073" y="3529655"/>
              <a:ext cx="191069" cy="19106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F66317D9-E460-41AA-982A-7261FF830DF9}"/>
                </a:ext>
              </a:extLst>
            </p:cNvPr>
            <p:cNvSpPr/>
            <p:nvPr/>
          </p:nvSpPr>
          <p:spPr>
            <a:xfrm>
              <a:off x="5453682" y="3346590"/>
              <a:ext cx="191069" cy="19106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E6EF7F86-83B5-4A95-B5E2-C00C39A9D2BC}"/>
                </a:ext>
              </a:extLst>
            </p:cNvPr>
            <p:cNvSpPr/>
            <p:nvPr/>
          </p:nvSpPr>
          <p:spPr>
            <a:xfrm>
              <a:off x="5515848" y="2849627"/>
              <a:ext cx="191069" cy="1910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639D489E-045D-46FD-8D67-383261A5D60C}"/>
                </a:ext>
              </a:extLst>
            </p:cNvPr>
            <p:cNvSpPr/>
            <p:nvPr/>
          </p:nvSpPr>
          <p:spPr>
            <a:xfrm>
              <a:off x="5252751" y="2506620"/>
              <a:ext cx="191069" cy="191069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879C30-14AA-4ED0-9CC5-A4D463DEE4D8}"/>
                  </a:ext>
                </a:extLst>
              </p:cNvPr>
              <p:cNvSpPr txBox="1"/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0.53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8879C30-14AA-4ED0-9CC5-A4D463DEE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058" y="3507890"/>
                <a:ext cx="2121788" cy="485774"/>
              </a:xfrm>
              <a:prstGeom prst="rect">
                <a:avLst/>
              </a:prstGeom>
              <a:blipFill>
                <a:blip r:embed="rId2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477D221-5EF3-4263-99B5-EDFE7765D9D1}"/>
                  </a:ext>
                </a:extLst>
              </p:cNvPr>
              <p:cNvSpPr txBox="1"/>
              <p:nvPr/>
            </p:nvSpPr>
            <p:spPr>
              <a:xfrm>
                <a:off x="2388471" y="3510866"/>
                <a:ext cx="2392736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477D221-5EF3-4263-99B5-EDFE7765D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471" y="3510866"/>
                <a:ext cx="2392736" cy="485774"/>
              </a:xfrm>
              <a:prstGeom prst="rect">
                <a:avLst/>
              </a:prstGeom>
              <a:blipFill>
                <a:blip r:embed="rId3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A58F698-0B82-46EF-81E3-64707643B432}"/>
              </a:ext>
            </a:extLst>
          </p:cNvPr>
          <p:cNvSpPr txBox="1"/>
          <p:nvPr/>
        </p:nvSpPr>
        <p:spPr>
          <a:xfrm>
            <a:off x="362079" y="116614"/>
            <a:ext cx="4759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3 factor worked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4300D-908C-4E46-9CAD-0920800FF629}"/>
                  </a:ext>
                </a:extLst>
              </p:cNvPr>
              <p:cNvSpPr txBox="1"/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P1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0.2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124300D-908C-4E46-9CAD-0920800FF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580" y="987433"/>
                <a:ext cx="1744837" cy="485774"/>
              </a:xfrm>
              <a:prstGeom prst="rect">
                <a:avLst/>
              </a:prstGeom>
              <a:blipFill>
                <a:blip r:embed="rId4"/>
                <a:stretch>
                  <a:fillRect l="-3147" r="-2098" b="-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3166C6-A57F-40CB-9A67-3939C47B8E26}"/>
                  </a:ext>
                </a:extLst>
              </p:cNvPr>
              <p:cNvSpPr txBox="1"/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Goudy Old Style" panose="02020502050305020303" pitchFamily="18" charset="0"/>
                  </a:rPr>
                  <a:t>-Rate</a:t>
                </a:r>
                <a:r>
                  <a:rPr lang="en-GB" baseline="-25000" dirty="0">
                    <a:latin typeface="Goudy Old Style" panose="02020502050305020303" pitchFamily="18" charset="0"/>
                  </a:rPr>
                  <a:t>P2</a:t>
                </a:r>
                <a:r>
                  <a:rPr lang="en-GB" dirty="0">
                    <a:latin typeface="Goudy Old Style" panose="02020502050305020303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GB" dirty="0">
                    <a:latin typeface="Goudy Old Style" panose="02020502050305020303" pitchFamily="18" charset="0"/>
                  </a:rPr>
                  <a:t> = 0.53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C3166C6-A57F-40CB-9A67-3939C47B8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4678" y="978557"/>
                <a:ext cx="1927035" cy="485774"/>
              </a:xfrm>
              <a:prstGeom prst="rect">
                <a:avLst/>
              </a:prstGeom>
              <a:blipFill>
                <a:blip r:embed="rId5"/>
                <a:stretch>
                  <a:fillRect l="-2848" b="-88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20D20A9E-C125-45CC-B137-58041DA4B24A}"/>
              </a:ext>
            </a:extLst>
          </p:cNvPr>
          <p:cNvSpPr/>
          <p:nvPr/>
        </p:nvSpPr>
        <p:spPr>
          <a:xfrm>
            <a:off x="245912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7BBD5B-4B47-44AA-8BBF-12CE580E13AC}"/>
              </a:ext>
            </a:extLst>
          </p:cNvPr>
          <p:cNvSpPr/>
          <p:nvPr/>
        </p:nvSpPr>
        <p:spPr>
          <a:xfrm>
            <a:off x="7949348" y="1169345"/>
            <a:ext cx="133433" cy="1334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Goudy Old Style" panose="02020502050305020303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885D8B-C6CE-4CE1-8C67-7F27418E85A6}"/>
              </a:ext>
            </a:extLst>
          </p:cNvPr>
          <p:cNvSpPr txBox="1"/>
          <p:nvPr/>
        </p:nvSpPr>
        <p:spPr>
          <a:xfrm>
            <a:off x="332801" y="2225829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DBD3BD1-CD83-4760-A93B-7F7F9C451D70}"/>
              </a:ext>
            </a:extLst>
          </p:cNvPr>
          <p:cNvSpPr txBox="1"/>
          <p:nvPr/>
        </p:nvSpPr>
        <p:spPr>
          <a:xfrm>
            <a:off x="5938344" y="2217377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B02735A-A0FE-4D64-A463-AF990BC0EA8B}"/>
              </a:ext>
            </a:extLst>
          </p:cNvPr>
          <p:cNvSpPr txBox="1"/>
          <p:nvPr/>
        </p:nvSpPr>
        <p:spPr>
          <a:xfrm>
            <a:off x="590149" y="5645158"/>
            <a:ext cx="10474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r</a:t>
            </a:r>
            <a:r>
              <a:rPr lang="en-GB" sz="1800" dirty="0"/>
              <a:t>ate of green squares = proportion of coloured shapes x </a:t>
            </a:r>
            <a:br>
              <a:rPr lang="en-GB" sz="1800" dirty="0"/>
            </a:br>
            <a:r>
              <a:rPr lang="en-GB" sz="1800" dirty="0"/>
              <a:t>proportion of coloured shapes that are squares x </a:t>
            </a:r>
            <a:br>
              <a:rPr lang="en-GB" sz="1800" dirty="0"/>
            </a:br>
            <a:r>
              <a:rPr lang="en-GB" sz="1800" dirty="0"/>
              <a:t>proportion of coloured squares that are green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E8DF9D-DB64-4E84-A41D-85B2CBB287D7}"/>
              </a:ext>
            </a:extLst>
          </p:cNvPr>
          <p:cNvGrpSpPr/>
          <p:nvPr/>
        </p:nvGrpSpPr>
        <p:grpSpPr>
          <a:xfrm>
            <a:off x="4565405" y="4284895"/>
            <a:ext cx="2289726" cy="1157051"/>
            <a:chOff x="4460901" y="4755159"/>
            <a:chExt cx="2289726" cy="1157051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123300B-2651-43D2-BDD9-B57C45FF786C}"/>
                </a:ext>
              </a:extLst>
            </p:cNvPr>
            <p:cNvGrpSpPr/>
            <p:nvPr/>
          </p:nvGrpSpPr>
          <p:grpSpPr>
            <a:xfrm>
              <a:off x="5154465" y="5479441"/>
              <a:ext cx="1596162" cy="432769"/>
              <a:chOff x="2148455" y="5051154"/>
              <a:chExt cx="1596162" cy="432769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639355D-41E0-4144-8931-4D9ABFF7D6C8}"/>
                  </a:ext>
                </a:extLst>
              </p:cNvPr>
              <p:cNvSpPr txBox="1"/>
              <p:nvPr/>
            </p:nvSpPr>
            <p:spPr>
              <a:xfrm>
                <a:off x="3434791" y="5206924"/>
                <a:ext cx="2616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+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1A09426-63B7-436E-A81A-41C570E6E0B3}"/>
                      </a:ext>
                    </a:extLst>
                  </p:cNvPr>
                  <p:cNvSpPr txBox="1"/>
                  <p:nvPr/>
                </p:nvSpPr>
                <p:spPr>
                  <a:xfrm>
                    <a:off x="2148455" y="5051154"/>
                    <a:ext cx="1481849" cy="369332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   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a14:m>
                    <a:r>
                      <a:rPr lang="en-GB" dirty="0"/>
                      <a:t>    </a:t>
                    </a:r>
                    <a14:m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84" name="TextBox 83">
                    <a:extLst>
                      <a:ext uri="{FF2B5EF4-FFF2-40B4-BE49-F238E27FC236}">
                        <a16:creationId xmlns:a16="http://schemas.microsoft.com/office/drawing/2014/main" id="{61A09426-63B7-436E-A81A-41C570E6E0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8455" y="5051154"/>
                    <a:ext cx="148184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1AF8B2A-6CC9-4B2A-9FD1-6C8D3D1F309A}"/>
                  </a:ext>
                </a:extLst>
              </p:cNvPr>
              <p:cNvSpPr txBox="1"/>
              <p:nvPr/>
            </p:nvSpPr>
            <p:spPr>
              <a:xfrm>
                <a:off x="2483578" y="5192674"/>
                <a:ext cx="261610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+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9CF00B0-145B-49F5-8721-D112AC2197C2}"/>
                  </a:ext>
                </a:extLst>
              </p:cNvPr>
              <p:cNvSpPr/>
              <p:nvPr/>
            </p:nvSpPr>
            <p:spPr>
              <a:xfrm>
                <a:off x="2547954" y="5072855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D1E40CFA-83DE-468F-B75F-4A99E08AB98E}"/>
                  </a:ext>
                </a:extLst>
              </p:cNvPr>
              <p:cNvSpPr/>
              <p:nvPr/>
            </p:nvSpPr>
            <p:spPr>
              <a:xfrm>
                <a:off x="2435363" y="5279976"/>
                <a:ext cx="118384" cy="1198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44CDA1E-7A10-4D76-BAB6-A8677B43BA63}"/>
                  </a:ext>
                </a:extLst>
              </p:cNvPr>
              <p:cNvSpPr/>
              <p:nvPr/>
            </p:nvSpPr>
            <p:spPr>
              <a:xfrm>
                <a:off x="2675020" y="5279975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7EF5E93C-8DA8-4880-B77E-E0BB94EB04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5363" y="5235820"/>
                <a:ext cx="358041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68E6D3EA-1A0A-45EC-B0C3-7301B7EFE25A}"/>
                  </a:ext>
                </a:extLst>
              </p:cNvPr>
              <p:cNvSpPr/>
              <p:nvPr/>
            </p:nvSpPr>
            <p:spPr>
              <a:xfrm>
                <a:off x="3010916" y="5075379"/>
                <a:ext cx="118384" cy="119819"/>
              </a:xfrm>
              <a:prstGeom prst="rect">
                <a:avLst/>
              </a:prstGeom>
              <a:solidFill>
                <a:schemeClr val="accent6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C0C0D34A-E83B-401A-AF74-154742FB405D}"/>
                  </a:ext>
                </a:extLst>
              </p:cNvPr>
              <p:cNvSpPr/>
              <p:nvPr/>
            </p:nvSpPr>
            <p:spPr>
              <a:xfrm>
                <a:off x="3009991" y="5279976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2F3218CE-FCD9-4485-B5EA-F8AFA2F816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95704" y="5238343"/>
                <a:ext cx="155009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42571508-6263-4C5B-98A3-065D2E015A4A}"/>
                  </a:ext>
                </a:extLst>
              </p:cNvPr>
              <p:cNvSpPr/>
              <p:nvPr/>
            </p:nvSpPr>
            <p:spPr>
              <a:xfrm>
                <a:off x="3499167" y="5087105"/>
                <a:ext cx="118384" cy="119819"/>
              </a:xfrm>
              <a:prstGeom prst="rect">
                <a:avLst/>
              </a:prstGeom>
              <a:solidFill>
                <a:schemeClr val="accent6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16E73856-CEEB-4448-9667-34DB9E6D62F8}"/>
                  </a:ext>
                </a:extLst>
              </p:cNvPr>
              <p:cNvSpPr/>
              <p:nvPr/>
            </p:nvSpPr>
            <p:spPr>
              <a:xfrm>
                <a:off x="3386576" y="5294226"/>
                <a:ext cx="118384" cy="1198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53D1DA1-407E-4FA1-815F-38CBCCBECA95}"/>
                  </a:ext>
                </a:extLst>
              </p:cNvPr>
              <p:cNvSpPr/>
              <p:nvPr/>
            </p:nvSpPr>
            <p:spPr>
              <a:xfrm>
                <a:off x="3626233" y="5294225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805A5F93-0C7B-4F85-A29E-11AC10FA2A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86576" y="5250070"/>
                <a:ext cx="358041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9BF86D86-251F-4BF2-9D69-71785CC0F902}"/>
                </a:ext>
              </a:extLst>
            </p:cNvPr>
            <p:cNvGrpSpPr/>
            <p:nvPr/>
          </p:nvGrpSpPr>
          <p:grpSpPr>
            <a:xfrm>
              <a:off x="4663850" y="4755159"/>
              <a:ext cx="1564332" cy="684862"/>
              <a:chOff x="4601337" y="304596"/>
              <a:chExt cx="1564332" cy="684862"/>
            </a:xfrm>
          </p:grpSpPr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EAC8C7FF-ECF1-45B9-9F6C-534BA18005B3}"/>
                  </a:ext>
                </a:extLst>
              </p:cNvPr>
              <p:cNvCxnSpPr>
                <a:cxnSpLocks/>
                <a:endCxn id="113" idx="0"/>
              </p:cNvCxnSpPr>
              <p:nvPr/>
            </p:nvCxnSpPr>
            <p:spPr>
              <a:xfrm>
                <a:off x="4765780" y="701898"/>
                <a:ext cx="58819" cy="27103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08BA50F0-D8FC-4C32-8C2A-AD4EBA4692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2680" y="660421"/>
                <a:ext cx="2779" cy="32903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F9E389C0-A92B-4122-B4DB-59D53BF01780}"/>
                  </a:ext>
                </a:extLst>
              </p:cNvPr>
              <p:cNvSpPr txBox="1"/>
              <p:nvPr/>
            </p:nvSpPr>
            <p:spPr>
              <a:xfrm>
                <a:off x="4601337" y="304596"/>
                <a:ext cx="15643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       B           C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72FF9F2-80FA-415C-B28C-69F0259BDFD4}"/>
                </a:ext>
              </a:extLst>
            </p:cNvPr>
            <p:cNvGrpSpPr/>
            <p:nvPr/>
          </p:nvGrpSpPr>
          <p:grpSpPr>
            <a:xfrm>
              <a:off x="4460901" y="5423500"/>
              <a:ext cx="759809" cy="474460"/>
              <a:chOff x="4095634" y="5397504"/>
              <a:chExt cx="759809" cy="474460"/>
            </a:xfrm>
          </p:grpSpPr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0CB2BB0-D316-487F-B3B5-2B85D4D63DBD}"/>
                  </a:ext>
                </a:extLst>
              </p:cNvPr>
              <p:cNvSpPr txBox="1"/>
              <p:nvPr/>
            </p:nvSpPr>
            <p:spPr>
              <a:xfrm>
                <a:off x="4131921" y="5594965"/>
                <a:ext cx="716279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+    +    +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A1782848-F415-4624-BA40-0294C5FE94A7}"/>
                  </a:ext>
                </a:extLst>
              </p:cNvPr>
              <p:cNvSpPr/>
              <p:nvPr/>
            </p:nvSpPr>
            <p:spPr>
              <a:xfrm>
                <a:off x="4095634" y="5686562"/>
                <a:ext cx="118384" cy="119819"/>
              </a:xfrm>
              <a:prstGeom prst="ellipse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AE295526-A4D3-45C2-80A9-AAEE60E605F7}"/>
                  </a:ext>
                </a:extLst>
              </p:cNvPr>
              <p:cNvSpPr/>
              <p:nvPr/>
            </p:nvSpPr>
            <p:spPr>
              <a:xfrm>
                <a:off x="4311436" y="5686561"/>
                <a:ext cx="118384" cy="119819"/>
              </a:xfrm>
              <a:prstGeom prst="rect">
                <a:avLst/>
              </a:prstGeom>
              <a:solidFill>
                <a:schemeClr val="bg1"/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8F5CC439-CF72-4D12-BB06-F0B5DB1099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5634" y="5642406"/>
                <a:ext cx="759809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D1F01B74-8CBD-4350-B5D8-D05F6E56C8B7}"/>
                  </a:ext>
                </a:extLst>
              </p:cNvPr>
              <p:cNvSpPr/>
              <p:nvPr/>
            </p:nvSpPr>
            <p:spPr>
              <a:xfrm>
                <a:off x="4525234" y="5684401"/>
                <a:ext cx="118384" cy="1198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11D96809-705A-40A4-B51C-DDB5B7B1C081}"/>
                  </a:ext>
                </a:extLst>
              </p:cNvPr>
              <p:cNvSpPr/>
              <p:nvPr/>
            </p:nvSpPr>
            <p:spPr>
              <a:xfrm>
                <a:off x="4737059" y="5684400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7A3A726-6F30-458B-A169-33B904843A0D}"/>
                  </a:ext>
                </a:extLst>
              </p:cNvPr>
              <p:cNvSpPr txBox="1"/>
              <p:nvPr/>
            </p:nvSpPr>
            <p:spPr>
              <a:xfrm>
                <a:off x="4347932" y="5397504"/>
                <a:ext cx="347825" cy="27699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+    </a:t>
                </a: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5067AF2D-058F-49D1-A4E9-B8D189856475}"/>
                  </a:ext>
                </a:extLst>
              </p:cNvPr>
              <p:cNvSpPr/>
              <p:nvPr/>
            </p:nvSpPr>
            <p:spPr>
              <a:xfrm>
                <a:off x="4311645" y="5489101"/>
                <a:ext cx="118384" cy="1198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Goudy Old Style" panose="02020502050305020303" pitchFamily="18" charset="0"/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D0C9224F-26A0-41F5-9066-A91BA09659CA}"/>
                  </a:ext>
                </a:extLst>
              </p:cNvPr>
              <p:cNvSpPr/>
              <p:nvPr/>
            </p:nvSpPr>
            <p:spPr>
              <a:xfrm>
                <a:off x="4527447" y="5489100"/>
                <a:ext cx="118384" cy="1198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Goudy Old Style" panose="02020502050305020303" pitchFamily="18" charset="0"/>
                </a:endParaRPr>
              </a:p>
            </p:txBody>
          </p:sp>
        </p:grp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E96102D7-2AB9-4998-8AF6-1027849E77A9}"/>
                </a:ext>
              </a:extLst>
            </p:cNvPr>
            <p:cNvCxnSpPr>
              <a:cxnSpLocks/>
              <a:stCxn id="101" idx="2"/>
            </p:cNvCxnSpPr>
            <p:nvPr/>
          </p:nvCxnSpPr>
          <p:spPr>
            <a:xfrm>
              <a:off x="5446016" y="5124491"/>
              <a:ext cx="167141" cy="2629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7437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A3D1A9-392B-495E-9D99-5CFE8794029D}"/>
              </a:ext>
            </a:extLst>
          </p:cNvPr>
          <p:cNvSpPr txBox="1"/>
          <p:nvPr/>
        </p:nvSpPr>
        <p:spPr>
          <a:xfrm>
            <a:off x="362079" y="116614"/>
            <a:ext cx="980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6 ways to get ∆R, 6 sets of answers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C0B61D-0FC4-4F3F-A588-CE425394A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00" y="2224093"/>
            <a:ext cx="5632911" cy="4184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BA92F-C277-46A9-BBB4-709399CCCAFA}"/>
              </a:ext>
            </a:extLst>
          </p:cNvPr>
          <p:cNvSpPr txBox="1"/>
          <p:nvPr/>
        </p:nvSpPr>
        <p:spPr>
          <a:xfrm>
            <a:off x="6599563" y="3092325"/>
            <a:ext cx="13149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	…</a:t>
            </a:r>
          </a:p>
          <a:p>
            <a:endParaRPr lang="en-GB" dirty="0"/>
          </a:p>
          <a:p>
            <a:r>
              <a:rPr lang="en-GB" dirty="0"/>
              <a:t>…	…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…	…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2BAB65-6FE7-41D9-B149-EC2CB8A7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126" y="2224093"/>
            <a:ext cx="4102776" cy="373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313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E69AA5-938E-4F52-9BD1-A9EDCC0BAF8F}"/>
              </a:ext>
            </a:extLst>
          </p:cNvPr>
          <p:cNvSpPr txBox="1"/>
          <p:nvPr/>
        </p:nvSpPr>
        <p:spPr>
          <a:xfrm>
            <a:off x="2673532" y="5624789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P2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3F425F-6802-4CBB-877C-47F3B980F5AF}"/>
              </a:ext>
            </a:extLst>
          </p:cNvPr>
          <p:cNvSpPr txBox="1"/>
          <p:nvPr/>
        </p:nvSpPr>
        <p:spPr>
          <a:xfrm>
            <a:off x="2673532" y="2224093"/>
            <a:ext cx="23426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Goudy Old Style" panose="02020502050305020303" pitchFamily="18" charset="0"/>
              </a:rPr>
              <a:t>Rate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= A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r>
              <a:rPr lang="en-GB" sz="2000" dirty="0">
                <a:latin typeface="Goudy Old Style" panose="02020502050305020303" pitchFamily="18" charset="0"/>
              </a:rPr>
              <a:t> x B</a:t>
            </a:r>
            <a:r>
              <a:rPr lang="en-GB" sz="2000" baseline="-25000" dirty="0">
                <a:latin typeface="Goudy Old Style" panose="02020502050305020303" pitchFamily="18" charset="0"/>
              </a:rPr>
              <a:t>P1</a:t>
            </a:r>
            <a:endParaRPr lang="en-GB" sz="1800" dirty="0">
              <a:latin typeface="Goudy Old Style" panose="02020502050305020303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92154-068F-45C5-BB91-23E8DE4CDB21}"/>
              </a:ext>
            </a:extLst>
          </p:cNvPr>
          <p:cNvCxnSpPr>
            <a:cxnSpLocks/>
          </p:cNvCxnSpPr>
          <p:nvPr/>
        </p:nvCxnSpPr>
        <p:spPr>
          <a:xfrm>
            <a:off x="3587931" y="2769326"/>
            <a:ext cx="0" cy="27606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A3D1A9-392B-495E-9D99-5CFE8794029D}"/>
              </a:ext>
            </a:extLst>
          </p:cNvPr>
          <p:cNvSpPr txBox="1"/>
          <p:nvPr/>
        </p:nvSpPr>
        <p:spPr>
          <a:xfrm>
            <a:off x="362079" y="116614"/>
            <a:ext cx="9804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6 ways to get ∆R, 6 sets of answers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C0B61D-0FC4-4F3F-A588-CE425394A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00" y="2224093"/>
            <a:ext cx="5632911" cy="41844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4BA92F-C277-46A9-BBB4-709399CCCAFA}"/>
              </a:ext>
            </a:extLst>
          </p:cNvPr>
          <p:cNvSpPr txBox="1"/>
          <p:nvPr/>
        </p:nvSpPr>
        <p:spPr>
          <a:xfrm>
            <a:off x="6599563" y="3092325"/>
            <a:ext cx="13149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	…</a:t>
            </a:r>
          </a:p>
          <a:p>
            <a:endParaRPr lang="en-GB" dirty="0"/>
          </a:p>
          <a:p>
            <a:r>
              <a:rPr lang="en-GB" dirty="0"/>
              <a:t>…	…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…	…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2BAB65-6FE7-41D9-B149-EC2CB8A7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126" y="2224093"/>
            <a:ext cx="4102776" cy="37320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62C516-32DF-4345-B2E2-501A3F0A193C}"/>
              </a:ext>
            </a:extLst>
          </p:cNvPr>
          <p:cNvSpPr/>
          <p:nvPr/>
        </p:nvSpPr>
        <p:spPr>
          <a:xfrm>
            <a:off x="8018855" y="3969488"/>
            <a:ext cx="985808" cy="322999"/>
          </a:xfrm>
          <a:prstGeom prst="rect">
            <a:avLst/>
          </a:prstGeom>
          <a:noFill/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F8AD3F-B233-4197-9673-A7EF90AA8EBD}"/>
              </a:ext>
            </a:extLst>
          </p:cNvPr>
          <p:cNvSpPr/>
          <p:nvPr/>
        </p:nvSpPr>
        <p:spPr>
          <a:xfrm>
            <a:off x="6599562" y="4749854"/>
            <a:ext cx="1016713" cy="322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77EC67-58BA-4747-BF0B-2937501DF723}"/>
              </a:ext>
            </a:extLst>
          </p:cNvPr>
          <p:cNvSpPr/>
          <p:nvPr/>
        </p:nvSpPr>
        <p:spPr>
          <a:xfrm>
            <a:off x="2673532" y="4571216"/>
            <a:ext cx="1183529" cy="4001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25B9F5-0A5C-4B5C-ABEE-4D897940FFA3}"/>
              </a:ext>
            </a:extLst>
          </p:cNvPr>
          <p:cNvSpPr/>
          <p:nvPr/>
        </p:nvSpPr>
        <p:spPr>
          <a:xfrm>
            <a:off x="4067690" y="3206541"/>
            <a:ext cx="985808" cy="32299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C53CA2-F8FD-479D-A23E-2CCCF35C6BC5}"/>
              </a:ext>
            </a:extLst>
          </p:cNvPr>
          <p:cNvSpPr/>
          <p:nvPr/>
        </p:nvSpPr>
        <p:spPr>
          <a:xfrm>
            <a:off x="5357968" y="3241372"/>
            <a:ext cx="985808" cy="32299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43E310-B5DF-4677-B8F5-1B21240083FE}"/>
              </a:ext>
            </a:extLst>
          </p:cNvPr>
          <p:cNvSpPr txBox="1"/>
          <p:nvPr/>
        </p:nvSpPr>
        <p:spPr>
          <a:xfrm>
            <a:off x="362079" y="1062570"/>
            <a:ext cx="104749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We end up with pairwise interactions of A*B, A*C, B*C, </a:t>
            </a:r>
            <a:r>
              <a:rPr lang="en-GB" dirty="0"/>
              <a:t>and the three-way interaction A*B*C.  </a:t>
            </a:r>
          </a:p>
          <a:p>
            <a:endParaRPr lang="en-GB" dirty="0"/>
          </a:p>
          <a:p>
            <a:r>
              <a:rPr lang="en-GB" dirty="0"/>
              <a:t>Note that starting/ending combinations, e.g. A</a:t>
            </a:r>
            <a:r>
              <a:rPr lang="en-GB" baseline="-25000" dirty="0"/>
              <a:t>1</a:t>
            </a:r>
            <a:r>
              <a:rPr lang="en-GB" dirty="0"/>
              <a:t>C</a:t>
            </a:r>
            <a:r>
              <a:rPr lang="en-GB" baseline="-25000" dirty="0"/>
              <a:t>1</a:t>
            </a:r>
            <a:r>
              <a:rPr lang="en-GB" dirty="0"/>
              <a:t> or A</a:t>
            </a:r>
            <a:r>
              <a:rPr lang="en-GB" baseline="-25000" dirty="0"/>
              <a:t>2</a:t>
            </a:r>
            <a:r>
              <a:rPr lang="en-GB" dirty="0"/>
              <a:t>C</a:t>
            </a:r>
            <a:r>
              <a:rPr lang="en-GB" baseline="-25000" dirty="0"/>
              <a:t>2</a:t>
            </a:r>
            <a:r>
              <a:rPr lang="en-GB" dirty="0"/>
              <a:t> arise more frequently than mixed A</a:t>
            </a:r>
            <a:r>
              <a:rPr lang="en-GB" baseline="-25000" dirty="0"/>
              <a:t>1</a:t>
            </a:r>
            <a:r>
              <a:rPr lang="en-GB" dirty="0"/>
              <a:t>C</a:t>
            </a:r>
            <a:r>
              <a:rPr lang="en-GB" baseline="-25000" dirty="0"/>
              <a:t>2 </a:t>
            </a:r>
            <a:r>
              <a:rPr lang="en-GB" dirty="0"/>
              <a:t>…</a:t>
            </a:r>
            <a:endParaRPr lang="en-GB" sz="1800" baseline="-25000" dirty="0"/>
          </a:p>
        </p:txBody>
      </p:sp>
    </p:spTree>
    <p:extLst>
      <p:ext uri="{BB962C8B-B14F-4D97-AF65-F5344CB8AC3E}">
        <p14:creationId xmlns:p14="http://schemas.microsoft.com/office/powerpoint/2010/main" val="3306323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A3D1A9-392B-495E-9D99-5CFE8794029D}"/>
              </a:ext>
            </a:extLst>
          </p:cNvPr>
          <p:cNvSpPr txBox="1"/>
          <p:nvPr/>
        </p:nvSpPr>
        <p:spPr>
          <a:xfrm>
            <a:off x="362079" y="116614"/>
            <a:ext cx="5523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Das Gupta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9AAE955-8726-440F-A981-65C345CFF3E8}"/>
              </a:ext>
            </a:extLst>
          </p:cNvPr>
          <p:cNvGrpSpPr/>
          <p:nvPr/>
        </p:nvGrpSpPr>
        <p:grpSpPr>
          <a:xfrm>
            <a:off x="1018903" y="1568234"/>
            <a:ext cx="6484324" cy="4420217"/>
            <a:chOff x="2255520" y="1933994"/>
            <a:chExt cx="6484324" cy="442021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0611169-C731-42B2-8201-237C08115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3152" y="1933994"/>
              <a:ext cx="5496692" cy="4420217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8EF815-420C-4341-98A3-3162C09B589F}"/>
                </a:ext>
              </a:extLst>
            </p:cNvPr>
            <p:cNvSpPr/>
            <p:nvPr/>
          </p:nvSpPr>
          <p:spPr>
            <a:xfrm>
              <a:off x="2255520" y="5059680"/>
              <a:ext cx="5294811" cy="6008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212348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A3D1A9-392B-495E-9D99-5CFE8794029D}"/>
              </a:ext>
            </a:extLst>
          </p:cNvPr>
          <p:cNvSpPr txBox="1"/>
          <p:nvPr/>
        </p:nvSpPr>
        <p:spPr>
          <a:xfrm>
            <a:off x="362079" y="116614"/>
            <a:ext cx="5786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Goudy Old Style" panose="02020502050305020303" pitchFamily="18" charset="0"/>
              </a:rPr>
              <a:t>Decomposition – {</a:t>
            </a:r>
            <a:r>
              <a:rPr lang="en-GB" sz="3600" b="1" dirty="0" err="1">
                <a:latin typeface="Goudy Old Style" panose="02020502050305020303" pitchFamily="18" charset="0"/>
              </a:rPr>
              <a:t>DasGuptR</a:t>
            </a:r>
            <a:r>
              <a:rPr lang="en-GB" sz="3600" b="1" dirty="0">
                <a:latin typeface="Goudy Old Style" panose="02020502050305020303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9612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F4182E5A-7568-4BF7-B73B-918D6D99D64D}"/>
              </a:ext>
            </a:extLst>
          </p:cNvPr>
          <p:cNvSpPr txBox="1"/>
          <p:nvPr/>
        </p:nvSpPr>
        <p:spPr>
          <a:xfrm>
            <a:off x="696368" y="1965181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2DDA77-A474-4FD9-8A0C-7B1C31DC281D}"/>
              </a:ext>
            </a:extLst>
          </p:cNvPr>
          <p:cNvSpPr txBox="1"/>
          <p:nvPr/>
        </p:nvSpPr>
        <p:spPr>
          <a:xfrm>
            <a:off x="5657081" y="1964174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3110FE5-8382-4675-8C74-B2B85D637DA9}"/>
              </a:ext>
            </a:extLst>
          </p:cNvPr>
          <p:cNvGrpSpPr/>
          <p:nvPr/>
        </p:nvGrpSpPr>
        <p:grpSpPr>
          <a:xfrm>
            <a:off x="2701385" y="1118982"/>
            <a:ext cx="2199316" cy="2199316"/>
            <a:chOff x="2701385" y="1632787"/>
            <a:chExt cx="2199316" cy="2199316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F477CEE-C2CF-45F1-9818-E5F47373BB96}"/>
                </a:ext>
              </a:extLst>
            </p:cNvPr>
            <p:cNvSpPr/>
            <p:nvPr/>
          </p:nvSpPr>
          <p:spPr>
            <a:xfrm>
              <a:off x="2701385" y="1632787"/>
              <a:ext cx="2199316" cy="21993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0290DB-DD1D-4FF9-832E-61DB4B6E1E92}"/>
                </a:ext>
              </a:extLst>
            </p:cNvPr>
            <p:cNvSpPr/>
            <p:nvPr/>
          </p:nvSpPr>
          <p:spPr>
            <a:xfrm>
              <a:off x="3994838" y="2436386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4021D49-7B79-49DE-BAC4-8B4CC1FB15D1}"/>
                </a:ext>
              </a:extLst>
            </p:cNvPr>
            <p:cNvSpPr/>
            <p:nvPr/>
          </p:nvSpPr>
          <p:spPr>
            <a:xfrm>
              <a:off x="4585744" y="2593181"/>
              <a:ext cx="174597" cy="174597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E7AA0DFF-2099-48D6-AB64-C6C9A2A1C5C5}"/>
                </a:ext>
              </a:extLst>
            </p:cNvPr>
            <p:cNvSpPr/>
            <p:nvPr/>
          </p:nvSpPr>
          <p:spPr>
            <a:xfrm>
              <a:off x="4357370" y="330622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71F092B-AECA-4126-B660-ACC75832FC70}"/>
                </a:ext>
              </a:extLst>
            </p:cNvPr>
            <p:cNvSpPr/>
            <p:nvPr/>
          </p:nvSpPr>
          <p:spPr>
            <a:xfrm>
              <a:off x="3249651" y="3277441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C01B058-D2E6-4BC6-A117-CC0219B851B6}"/>
                </a:ext>
              </a:extLst>
            </p:cNvPr>
            <p:cNvSpPr/>
            <p:nvPr/>
          </p:nvSpPr>
          <p:spPr>
            <a:xfrm>
              <a:off x="3783139" y="2835311"/>
              <a:ext cx="174597" cy="174597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A5763EAE-0664-4D64-BE41-4CADF07FF56B}"/>
                </a:ext>
              </a:extLst>
            </p:cNvPr>
            <p:cNvSpPr/>
            <p:nvPr/>
          </p:nvSpPr>
          <p:spPr>
            <a:xfrm>
              <a:off x="2977103" y="2470550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EB63CEF-1DBA-4008-B392-FE6ADD1B0359}"/>
                </a:ext>
              </a:extLst>
            </p:cNvPr>
            <p:cNvSpPr/>
            <p:nvPr/>
          </p:nvSpPr>
          <p:spPr>
            <a:xfrm>
              <a:off x="3657241" y="2195156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BC4AA18-8EFD-4A00-9643-FB4AAA65FFDA}"/>
                </a:ext>
              </a:extLst>
            </p:cNvPr>
            <p:cNvSpPr/>
            <p:nvPr/>
          </p:nvSpPr>
          <p:spPr>
            <a:xfrm>
              <a:off x="4265390" y="1952447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A5C15217-3ED3-4CF8-A314-6825E4FF1460}"/>
                </a:ext>
              </a:extLst>
            </p:cNvPr>
            <p:cNvSpPr/>
            <p:nvPr/>
          </p:nvSpPr>
          <p:spPr>
            <a:xfrm>
              <a:off x="3498704" y="3498723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9D8F81B-6DD3-4766-B8F3-7AED22B333AC}"/>
                </a:ext>
              </a:extLst>
            </p:cNvPr>
            <p:cNvSpPr/>
            <p:nvPr/>
          </p:nvSpPr>
          <p:spPr>
            <a:xfrm>
              <a:off x="3295604" y="2263362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0DC759D-315E-4014-84CC-F4DEFA65AD49}"/>
                </a:ext>
              </a:extLst>
            </p:cNvPr>
            <p:cNvSpPr/>
            <p:nvPr/>
          </p:nvSpPr>
          <p:spPr>
            <a:xfrm>
              <a:off x="3506366" y="1851152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FEAA8358-5F37-45AF-9173-156CE6FE1212}"/>
                </a:ext>
              </a:extLst>
            </p:cNvPr>
            <p:cNvSpPr/>
            <p:nvPr/>
          </p:nvSpPr>
          <p:spPr>
            <a:xfrm>
              <a:off x="3466143" y="3072702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5AFE778-6557-43F0-8D3E-B6A77798E0AC}"/>
                </a:ext>
              </a:extLst>
            </p:cNvPr>
            <p:cNvSpPr/>
            <p:nvPr/>
          </p:nvSpPr>
          <p:spPr>
            <a:xfrm>
              <a:off x="4256075" y="2985404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3F509A6-DDC0-4494-A1D2-D6D920571259}"/>
                </a:ext>
              </a:extLst>
            </p:cNvPr>
            <p:cNvSpPr/>
            <p:nvPr/>
          </p:nvSpPr>
          <p:spPr>
            <a:xfrm>
              <a:off x="3758464" y="2519491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A7980EA-7DD6-406B-ADC0-70305BF1FF6E}"/>
                </a:ext>
              </a:extLst>
            </p:cNvPr>
            <p:cNvSpPr/>
            <p:nvPr/>
          </p:nvSpPr>
          <p:spPr>
            <a:xfrm>
              <a:off x="4357370" y="2282455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209A4CD-5924-403B-839A-185D27CD588A}"/>
                </a:ext>
              </a:extLst>
            </p:cNvPr>
            <p:cNvSpPr/>
            <p:nvPr/>
          </p:nvSpPr>
          <p:spPr>
            <a:xfrm>
              <a:off x="3426802" y="2540274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FED5859-E1D7-4E8F-AB57-151C6FDE9BE2}"/>
                </a:ext>
              </a:extLst>
            </p:cNvPr>
            <p:cNvSpPr/>
            <p:nvPr/>
          </p:nvSpPr>
          <p:spPr>
            <a:xfrm>
              <a:off x="3730020" y="3416934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4AECBBA-7CCB-44C9-95AF-086AB3C2540D}"/>
                </a:ext>
              </a:extLst>
            </p:cNvPr>
            <p:cNvSpPr/>
            <p:nvPr/>
          </p:nvSpPr>
          <p:spPr>
            <a:xfrm>
              <a:off x="4233304" y="2653298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C50AC78-1B50-48B9-806B-5B67C7E077DB}"/>
                </a:ext>
              </a:extLst>
            </p:cNvPr>
            <p:cNvSpPr/>
            <p:nvPr/>
          </p:nvSpPr>
          <p:spPr>
            <a:xfrm>
              <a:off x="3955089" y="1969368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00F4649-4DB6-4ABF-9422-9CB087076399}"/>
                </a:ext>
              </a:extLst>
            </p:cNvPr>
            <p:cNvSpPr/>
            <p:nvPr/>
          </p:nvSpPr>
          <p:spPr>
            <a:xfrm>
              <a:off x="3989711" y="3202361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F493904-F593-4B1B-9E8E-0913CCD32BC9}"/>
                </a:ext>
              </a:extLst>
            </p:cNvPr>
            <p:cNvSpPr/>
            <p:nvPr/>
          </p:nvSpPr>
          <p:spPr>
            <a:xfrm>
              <a:off x="3087728" y="2941846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FA1E3DA-A6F4-4E76-AFEB-E9CBE411FACE}"/>
                </a:ext>
              </a:extLst>
            </p:cNvPr>
            <p:cNvSpPr/>
            <p:nvPr/>
          </p:nvSpPr>
          <p:spPr>
            <a:xfrm>
              <a:off x="3348134" y="2795790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8672A50-E43F-4650-8337-426603677B4C}"/>
                </a:ext>
              </a:extLst>
            </p:cNvPr>
            <p:cNvSpPr/>
            <p:nvPr/>
          </p:nvSpPr>
          <p:spPr>
            <a:xfrm>
              <a:off x="3078369" y="1984875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88EB8AC-4B28-45E7-906C-C9DF73D556CE}"/>
                </a:ext>
              </a:extLst>
            </p:cNvPr>
            <p:cNvSpPr/>
            <p:nvPr/>
          </p:nvSpPr>
          <p:spPr>
            <a:xfrm>
              <a:off x="4521216" y="2992486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1115D4F-7878-4096-99D2-BAE17A535EC9}"/>
              </a:ext>
            </a:extLst>
          </p:cNvPr>
          <p:cNvGrpSpPr/>
          <p:nvPr/>
        </p:nvGrpSpPr>
        <p:grpSpPr>
          <a:xfrm>
            <a:off x="7868718" y="1182327"/>
            <a:ext cx="2199316" cy="2199316"/>
            <a:chOff x="7729381" y="1475079"/>
            <a:chExt cx="2199316" cy="2199316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3BF1B5F-26CB-4C22-A8A3-690A426642EF}"/>
                </a:ext>
              </a:extLst>
            </p:cNvPr>
            <p:cNvSpPr/>
            <p:nvPr/>
          </p:nvSpPr>
          <p:spPr>
            <a:xfrm>
              <a:off x="7729381" y="1475079"/>
              <a:ext cx="2199316" cy="21993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9641DFE-30C9-419F-B6BC-C09E6A4CA2B4}"/>
                </a:ext>
              </a:extLst>
            </p:cNvPr>
            <p:cNvSpPr/>
            <p:nvPr/>
          </p:nvSpPr>
          <p:spPr>
            <a:xfrm>
              <a:off x="9172444" y="1732202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22EBAAB-3422-4602-A61B-958F5F4CE5FD}"/>
                </a:ext>
              </a:extLst>
            </p:cNvPr>
            <p:cNvSpPr/>
            <p:nvPr/>
          </p:nvSpPr>
          <p:spPr>
            <a:xfrm>
              <a:off x="8787240" y="1747173"/>
              <a:ext cx="174597" cy="174597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3BAD5DB0-1CCE-4DD5-A6B8-1E3E876A8386}"/>
                </a:ext>
              </a:extLst>
            </p:cNvPr>
            <p:cNvSpPr/>
            <p:nvPr/>
          </p:nvSpPr>
          <p:spPr>
            <a:xfrm>
              <a:off x="9535662" y="2487439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C05EF8A-8073-4A1D-A073-46018BC2CBED}"/>
                </a:ext>
              </a:extLst>
            </p:cNvPr>
            <p:cNvSpPr/>
            <p:nvPr/>
          </p:nvSpPr>
          <p:spPr>
            <a:xfrm>
              <a:off x="9406493" y="2802168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E166423-9855-42A5-A331-953A9E48A8DE}"/>
                </a:ext>
              </a:extLst>
            </p:cNvPr>
            <p:cNvSpPr/>
            <p:nvPr/>
          </p:nvSpPr>
          <p:spPr>
            <a:xfrm>
              <a:off x="9224366" y="3190142"/>
              <a:ext cx="174597" cy="174597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B60EBA6A-C36C-4778-8885-8A2AD6CA3628}"/>
                </a:ext>
              </a:extLst>
            </p:cNvPr>
            <p:cNvSpPr/>
            <p:nvPr/>
          </p:nvSpPr>
          <p:spPr>
            <a:xfrm>
              <a:off x="8986839" y="2238645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D0D90B5-50B2-4778-B090-B1C376FC39DA}"/>
                </a:ext>
              </a:extLst>
            </p:cNvPr>
            <p:cNvSpPr/>
            <p:nvPr/>
          </p:nvSpPr>
          <p:spPr>
            <a:xfrm>
              <a:off x="9343203" y="2126304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D846605-F14F-41C5-81FC-A4EA44DD1909}"/>
                </a:ext>
              </a:extLst>
            </p:cNvPr>
            <p:cNvSpPr/>
            <p:nvPr/>
          </p:nvSpPr>
          <p:spPr>
            <a:xfrm>
              <a:off x="8506638" y="3072702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044FAFB2-7FA5-45F5-BC10-FF0CA6F9BBEB}"/>
                </a:ext>
              </a:extLst>
            </p:cNvPr>
            <p:cNvSpPr/>
            <p:nvPr/>
          </p:nvSpPr>
          <p:spPr>
            <a:xfrm>
              <a:off x="8229447" y="1794771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5A93BEF-29AA-4D92-9CF2-EE77480F4660}"/>
                </a:ext>
              </a:extLst>
            </p:cNvPr>
            <p:cNvSpPr/>
            <p:nvPr/>
          </p:nvSpPr>
          <p:spPr>
            <a:xfrm>
              <a:off x="8699942" y="2064743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66BA277-58F6-44CD-A163-7F27B70F5FE6}"/>
                </a:ext>
              </a:extLst>
            </p:cNvPr>
            <p:cNvSpPr/>
            <p:nvPr/>
          </p:nvSpPr>
          <p:spPr>
            <a:xfrm>
              <a:off x="8493703" y="1684288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9EEA8976-86CB-4B82-9615-D4943E8F14AD}"/>
                </a:ext>
              </a:extLst>
            </p:cNvPr>
            <p:cNvSpPr/>
            <p:nvPr/>
          </p:nvSpPr>
          <p:spPr>
            <a:xfrm>
              <a:off x="9021834" y="2876841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3DC83E1-57B0-4DB2-BE29-BBF8B5CD0507}"/>
                </a:ext>
              </a:extLst>
            </p:cNvPr>
            <p:cNvSpPr/>
            <p:nvPr/>
          </p:nvSpPr>
          <p:spPr>
            <a:xfrm>
              <a:off x="8419340" y="2039006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706A27F-0FE1-403A-A329-FA757EEEC8AA}"/>
                </a:ext>
              </a:extLst>
            </p:cNvPr>
            <p:cNvSpPr/>
            <p:nvPr/>
          </p:nvSpPr>
          <p:spPr>
            <a:xfrm>
              <a:off x="8442140" y="2334846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745AA1D0-B8C7-452D-9472-56FFA2C74D52}"/>
                </a:ext>
              </a:extLst>
            </p:cNvPr>
            <p:cNvSpPr/>
            <p:nvPr/>
          </p:nvSpPr>
          <p:spPr>
            <a:xfrm>
              <a:off x="8096091" y="210785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A9EC15C-3D26-4DE3-BB37-6608967C2F5D}"/>
                </a:ext>
              </a:extLst>
            </p:cNvPr>
            <p:cNvSpPr/>
            <p:nvPr/>
          </p:nvSpPr>
          <p:spPr>
            <a:xfrm>
              <a:off x="7934970" y="2432192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BC3F094F-78AD-4FB4-BB16-A083688D831E}"/>
                </a:ext>
              </a:extLst>
            </p:cNvPr>
            <p:cNvSpPr/>
            <p:nvPr/>
          </p:nvSpPr>
          <p:spPr>
            <a:xfrm>
              <a:off x="8654442" y="2763715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8" name="Isosceles Triangle 87">
              <a:extLst>
                <a:ext uri="{FF2B5EF4-FFF2-40B4-BE49-F238E27FC236}">
                  <a16:creationId xmlns:a16="http://schemas.microsoft.com/office/drawing/2014/main" id="{ED758C87-07E0-40A6-BF19-391378B0A911}"/>
                </a:ext>
              </a:extLst>
            </p:cNvPr>
            <p:cNvSpPr/>
            <p:nvPr/>
          </p:nvSpPr>
          <p:spPr>
            <a:xfrm>
              <a:off x="8067251" y="2941846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BC4955D-5406-4C9B-9514-EF344292489C}"/>
                </a:ext>
              </a:extLst>
            </p:cNvPr>
            <p:cNvSpPr/>
            <p:nvPr/>
          </p:nvSpPr>
          <p:spPr>
            <a:xfrm>
              <a:off x="8320742" y="2694088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87E18A4-3394-4F2A-8438-B320C7695394}"/>
                </a:ext>
              </a:extLst>
            </p:cNvPr>
            <p:cNvSpPr/>
            <p:nvPr/>
          </p:nvSpPr>
          <p:spPr>
            <a:xfrm>
              <a:off x="9082555" y="1980255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7DAB2034-B23E-4052-80C1-ECD39A66EAAB}"/>
                </a:ext>
              </a:extLst>
            </p:cNvPr>
            <p:cNvSpPr/>
            <p:nvPr/>
          </p:nvSpPr>
          <p:spPr>
            <a:xfrm>
              <a:off x="8720895" y="2382313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4F7B07B3-957D-4521-9A3D-3F8BD000C55F}"/>
                </a:ext>
              </a:extLst>
            </p:cNvPr>
            <p:cNvSpPr/>
            <p:nvPr/>
          </p:nvSpPr>
          <p:spPr>
            <a:xfrm>
              <a:off x="9088105" y="2508962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3B8DC998-E25D-45DD-8D29-DA6EB228E0F1}"/>
                </a:ext>
              </a:extLst>
            </p:cNvPr>
            <p:cNvSpPr/>
            <p:nvPr/>
          </p:nvSpPr>
          <p:spPr>
            <a:xfrm>
              <a:off x="7888015" y="2714870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45203079-26F3-4244-9436-CA6832FBDFDB}"/>
                </a:ext>
              </a:extLst>
            </p:cNvPr>
            <p:cNvSpPr/>
            <p:nvPr/>
          </p:nvSpPr>
          <p:spPr>
            <a:xfrm>
              <a:off x="8718036" y="3324126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6986194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F4182E5A-7568-4BF7-B73B-918D6D99D64D}"/>
              </a:ext>
            </a:extLst>
          </p:cNvPr>
          <p:cNvSpPr txBox="1"/>
          <p:nvPr/>
        </p:nvSpPr>
        <p:spPr>
          <a:xfrm>
            <a:off x="696368" y="1965181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2DDA77-A474-4FD9-8A0C-7B1C31DC281D}"/>
              </a:ext>
            </a:extLst>
          </p:cNvPr>
          <p:cNvSpPr txBox="1"/>
          <p:nvPr/>
        </p:nvSpPr>
        <p:spPr>
          <a:xfrm>
            <a:off x="5657081" y="1964174"/>
            <a:ext cx="2005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Goudy Old Style" panose="02020502050305020303" pitchFamily="18" charset="0"/>
              </a:rPr>
              <a:t>Population 2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3110FE5-8382-4675-8C74-B2B85D637DA9}"/>
              </a:ext>
            </a:extLst>
          </p:cNvPr>
          <p:cNvGrpSpPr/>
          <p:nvPr/>
        </p:nvGrpSpPr>
        <p:grpSpPr>
          <a:xfrm>
            <a:off x="2701385" y="1118982"/>
            <a:ext cx="2199316" cy="2199316"/>
            <a:chOff x="2701385" y="1632787"/>
            <a:chExt cx="2199316" cy="2199316"/>
          </a:xfrm>
        </p:grpSpPr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FF477CEE-C2CF-45F1-9818-E5F47373BB96}"/>
                </a:ext>
              </a:extLst>
            </p:cNvPr>
            <p:cNvSpPr/>
            <p:nvPr/>
          </p:nvSpPr>
          <p:spPr>
            <a:xfrm>
              <a:off x="2701385" y="1632787"/>
              <a:ext cx="2199316" cy="21993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0290DB-DD1D-4FF9-832E-61DB4B6E1E92}"/>
                </a:ext>
              </a:extLst>
            </p:cNvPr>
            <p:cNvSpPr/>
            <p:nvPr/>
          </p:nvSpPr>
          <p:spPr>
            <a:xfrm>
              <a:off x="3994838" y="2436386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4021D49-7B79-49DE-BAC4-8B4CC1FB15D1}"/>
                </a:ext>
              </a:extLst>
            </p:cNvPr>
            <p:cNvSpPr/>
            <p:nvPr/>
          </p:nvSpPr>
          <p:spPr>
            <a:xfrm>
              <a:off x="4585744" y="2593181"/>
              <a:ext cx="174597" cy="174597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E7AA0DFF-2099-48D6-AB64-C6C9A2A1C5C5}"/>
                </a:ext>
              </a:extLst>
            </p:cNvPr>
            <p:cNvSpPr/>
            <p:nvPr/>
          </p:nvSpPr>
          <p:spPr>
            <a:xfrm>
              <a:off x="4357370" y="330622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71F092B-AECA-4126-B660-ACC75832FC70}"/>
                </a:ext>
              </a:extLst>
            </p:cNvPr>
            <p:cNvSpPr/>
            <p:nvPr/>
          </p:nvSpPr>
          <p:spPr>
            <a:xfrm>
              <a:off x="3249651" y="3277441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C01B058-D2E6-4BC6-A117-CC0219B851B6}"/>
                </a:ext>
              </a:extLst>
            </p:cNvPr>
            <p:cNvSpPr/>
            <p:nvPr/>
          </p:nvSpPr>
          <p:spPr>
            <a:xfrm>
              <a:off x="3783139" y="2835311"/>
              <a:ext cx="174597" cy="174597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A5763EAE-0664-4D64-BE41-4CADF07FF56B}"/>
                </a:ext>
              </a:extLst>
            </p:cNvPr>
            <p:cNvSpPr/>
            <p:nvPr/>
          </p:nvSpPr>
          <p:spPr>
            <a:xfrm>
              <a:off x="2977103" y="2470550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EB63CEF-1DBA-4008-B392-FE6ADD1B0359}"/>
                </a:ext>
              </a:extLst>
            </p:cNvPr>
            <p:cNvSpPr/>
            <p:nvPr/>
          </p:nvSpPr>
          <p:spPr>
            <a:xfrm>
              <a:off x="3657241" y="2195156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BC4AA18-8EFD-4A00-9643-FB4AAA65FFDA}"/>
                </a:ext>
              </a:extLst>
            </p:cNvPr>
            <p:cNvSpPr/>
            <p:nvPr/>
          </p:nvSpPr>
          <p:spPr>
            <a:xfrm>
              <a:off x="4265390" y="1952447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A5C15217-3ED3-4CF8-A314-6825E4FF1460}"/>
                </a:ext>
              </a:extLst>
            </p:cNvPr>
            <p:cNvSpPr/>
            <p:nvPr/>
          </p:nvSpPr>
          <p:spPr>
            <a:xfrm>
              <a:off x="3498704" y="3498723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9D8F81B-6DD3-4766-B8F3-7AED22B333AC}"/>
                </a:ext>
              </a:extLst>
            </p:cNvPr>
            <p:cNvSpPr/>
            <p:nvPr/>
          </p:nvSpPr>
          <p:spPr>
            <a:xfrm>
              <a:off x="3295604" y="2263362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0DC759D-315E-4014-84CC-F4DEFA65AD49}"/>
                </a:ext>
              </a:extLst>
            </p:cNvPr>
            <p:cNvSpPr/>
            <p:nvPr/>
          </p:nvSpPr>
          <p:spPr>
            <a:xfrm>
              <a:off x="3506366" y="1851152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49" name="Isosceles Triangle 48">
              <a:extLst>
                <a:ext uri="{FF2B5EF4-FFF2-40B4-BE49-F238E27FC236}">
                  <a16:creationId xmlns:a16="http://schemas.microsoft.com/office/drawing/2014/main" id="{FEAA8358-5F37-45AF-9173-156CE6FE1212}"/>
                </a:ext>
              </a:extLst>
            </p:cNvPr>
            <p:cNvSpPr/>
            <p:nvPr/>
          </p:nvSpPr>
          <p:spPr>
            <a:xfrm>
              <a:off x="3466143" y="3072702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5AFE778-6557-43F0-8D3E-B6A77798E0AC}"/>
                </a:ext>
              </a:extLst>
            </p:cNvPr>
            <p:cNvSpPr/>
            <p:nvPr/>
          </p:nvSpPr>
          <p:spPr>
            <a:xfrm>
              <a:off x="4256075" y="2985404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3F509A6-DDC0-4494-A1D2-D6D920571259}"/>
                </a:ext>
              </a:extLst>
            </p:cNvPr>
            <p:cNvSpPr/>
            <p:nvPr/>
          </p:nvSpPr>
          <p:spPr>
            <a:xfrm>
              <a:off x="3758464" y="2519491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A7980EA-7DD6-406B-ADC0-70305BF1FF6E}"/>
                </a:ext>
              </a:extLst>
            </p:cNvPr>
            <p:cNvSpPr/>
            <p:nvPr/>
          </p:nvSpPr>
          <p:spPr>
            <a:xfrm>
              <a:off x="4357370" y="2282455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209A4CD-5924-403B-839A-185D27CD588A}"/>
                </a:ext>
              </a:extLst>
            </p:cNvPr>
            <p:cNvSpPr/>
            <p:nvPr/>
          </p:nvSpPr>
          <p:spPr>
            <a:xfrm>
              <a:off x="3426802" y="2540274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FED5859-E1D7-4E8F-AB57-151C6FDE9BE2}"/>
                </a:ext>
              </a:extLst>
            </p:cNvPr>
            <p:cNvSpPr/>
            <p:nvPr/>
          </p:nvSpPr>
          <p:spPr>
            <a:xfrm>
              <a:off x="3730020" y="3416934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4AECBBA-7CCB-44C9-95AF-086AB3C2540D}"/>
                </a:ext>
              </a:extLst>
            </p:cNvPr>
            <p:cNvSpPr/>
            <p:nvPr/>
          </p:nvSpPr>
          <p:spPr>
            <a:xfrm>
              <a:off x="4233304" y="2653298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C50AC78-1B50-48B9-806B-5B67C7E077DB}"/>
                </a:ext>
              </a:extLst>
            </p:cNvPr>
            <p:cNvSpPr/>
            <p:nvPr/>
          </p:nvSpPr>
          <p:spPr>
            <a:xfrm>
              <a:off x="3955089" y="1969368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00F4649-4DB6-4ABF-9422-9CB087076399}"/>
                </a:ext>
              </a:extLst>
            </p:cNvPr>
            <p:cNvSpPr/>
            <p:nvPr/>
          </p:nvSpPr>
          <p:spPr>
            <a:xfrm>
              <a:off x="3989711" y="3202361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F493904-F593-4B1B-9E8E-0913CCD32BC9}"/>
                </a:ext>
              </a:extLst>
            </p:cNvPr>
            <p:cNvSpPr/>
            <p:nvPr/>
          </p:nvSpPr>
          <p:spPr>
            <a:xfrm>
              <a:off x="3087728" y="2941846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FA1E3DA-A6F4-4E76-AFEB-E9CBE411FACE}"/>
                </a:ext>
              </a:extLst>
            </p:cNvPr>
            <p:cNvSpPr/>
            <p:nvPr/>
          </p:nvSpPr>
          <p:spPr>
            <a:xfrm>
              <a:off x="3348134" y="2795790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8672A50-E43F-4650-8337-426603677B4C}"/>
                </a:ext>
              </a:extLst>
            </p:cNvPr>
            <p:cNvSpPr/>
            <p:nvPr/>
          </p:nvSpPr>
          <p:spPr>
            <a:xfrm>
              <a:off x="3078369" y="1984875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88EB8AC-4B28-45E7-906C-C9DF73D556CE}"/>
                </a:ext>
              </a:extLst>
            </p:cNvPr>
            <p:cNvSpPr/>
            <p:nvPr/>
          </p:nvSpPr>
          <p:spPr>
            <a:xfrm>
              <a:off x="4521216" y="2992486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1115D4F-7878-4096-99D2-BAE17A535EC9}"/>
              </a:ext>
            </a:extLst>
          </p:cNvPr>
          <p:cNvGrpSpPr/>
          <p:nvPr/>
        </p:nvGrpSpPr>
        <p:grpSpPr>
          <a:xfrm>
            <a:off x="7868718" y="1182327"/>
            <a:ext cx="2199316" cy="2199316"/>
            <a:chOff x="7729381" y="1475079"/>
            <a:chExt cx="2199316" cy="2199316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3BF1B5F-26CB-4C22-A8A3-690A426642EF}"/>
                </a:ext>
              </a:extLst>
            </p:cNvPr>
            <p:cNvSpPr/>
            <p:nvPr/>
          </p:nvSpPr>
          <p:spPr>
            <a:xfrm>
              <a:off x="7729381" y="1475079"/>
              <a:ext cx="2199316" cy="219931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9641DFE-30C9-419F-B6BC-C09E6A4CA2B4}"/>
                </a:ext>
              </a:extLst>
            </p:cNvPr>
            <p:cNvSpPr/>
            <p:nvPr/>
          </p:nvSpPr>
          <p:spPr>
            <a:xfrm>
              <a:off x="9172444" y="1732202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22EBAAB-3422-4602-A61B-958F5F4CE5FD}"/>
                </a:ext>
              </a:extLst>
            </p:cNvPr>
            <p:cNvSpPr/>
            <p:nvPr/>
          </p:nvSpPr>
          <p:spPr>
            <a:xfrm>
              <a:off x="8787240" y="1747173"/>
              <a:ext cx="174597" cy="174597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3" name="Isosceles Triangle 72">
              <a:extLst>
                <a:ext uri="{FF2B5EF4-FFF2-40B4-BE49-F238E27FC236}">
                  <a16:creationId xmlns:a16="http://schemas.microsoft.com/office/drawing/2014/main" id="{3BAD5DB0-1CCE-4DD5-A6B8-1E3E876A8386}"/>
                </a:ext>
              </a:extLst>
            </p:cNvPr>
            <p:cNvSpPr/>
            <p:nvPr/>
          </p:nvSpPr>
          <p:spPr>
            <a:xfrm>
              <a:off x="9535662" y="2487439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C05EF8A-8073-4A1D-A073-46018BC2CBED}"/>
                </a:ext>
              </a:extLst>
            </p:cNvPr>
            <p:cNvSpPr/>
            <p:nvPr/>
          </p:nvSpPr>
          <p:spPr>
            <a:xfrm>
              <a:off x="9406493" y="2802168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0E166423-9855-42A5-A331-953A9E48A8DE}"/>
                </a:ext>
              </a:extLst>
            </p:cNvPr>
            <p:cNvSpPr/>
            <p:nvPr/>
          </p:nvSpPr>
          <p:spPr>
            <a:xfrm>
              <a:off x="9224366" y="3190142"/>
              <a:ext cx="174597" cy="174597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B60EBA6A-C36C-4778-8885-8A2AD6CA3628}"/>
                </a:ext>
              </a:extLst>
            </p:cNvPr>
            <p:cNvSpPr/>
            <p:nvPr/>
          </p:nvSpPr>
          <p:spPr>
            <a:xfrm>
              <a:off x="8986839" y="2238645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D0D90B5-50B2-4778-B090-B1C376FC39DA}"/>
                </a:ext>
              </a:extLst>
            </p:cNvPr>
            <p:cNvSpPr/>
            <p:nvPr/>
          </p:nvSpPr>
          <p:spPr>
            <a:xfrm>
              <a:off x="9343203" y="2126304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5D846605-F14F-41C5-81FC-A4EA44DD1909}"/>
                </a:ext>
              </a:extLst>
            </p:cNvPr>
            <p:cNvSpPr/>
            <p:nvPr/>
          </p:nvSpPr>
          <p:spPr>
            <a:xfrm>
              <a:off x="8506638" y="3072702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044FAFB2-7FA5-45F5-BC10-FF0CA6F9BBEB}"/>
                </a:ext>
              </a:extLst>
            </p:cNvPr>
            <p:cNvSpPr/>
            <p:nvPr/>
          </p:nvSpPr>
          <p:spPr>
            <a:xfrm>
              <a:off x="8229447" y="1794771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5A93BEF-29AA-4D92-9CF2-EE77480F4660}"/>
                </a:ext>
              </a:extLst>
            </p:cNvPr>
            <p:cNvSpPr/>
            <p:nvPr/>
          </p:nvSpPr>
          <p:spPr>
            <a:xfrm>
              <a:off x="8699942" y="2064743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66BA277-58F6-44CD-A163-7F27B70F5FE6}"/>
                </a:ext>
              </a:extLst>
            </p:cNvPr>
            <p:cNvSpPr/>
            <p:nvPr/>
          </p:nvSpPr>
          <p:spPr>
            <a:xfrm>
              <a:off x="8493703" y="1684288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2" name="Isosceles Triangle 81">
              <a:extLst>
                <a:ext uri="{FF2B5EF4-FFF2-40B4-BE49-F238E27FC236}">
                  <a16:creationId xmlns:a16="http://schemas.microsoft.com/office/drawing/2014/main" id="{9EEA8976-86CB-4B82-9615-D4943E8F14AD}"/>
                </a:ext>
              </a:extLst>
            </p:cNvPr>
            <p:cNvSpPr/>
            <p:nvPr/>
          </p:nvSpPr>
          <p:spPr>
            <a:xfrm>
              <a:off x="9021834" y="2876841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3DC83E1-57B0-4DB2-BE29-BBF8B5CD0507}"/>
                </a:ext>
              </a:extLst>
            </p:cNvPr>
            <p:cNvSpPr/>
            <p:nvPr/>
          </p:nvSpPr>
          <p:spPr>
            <a:xfrm>
              <a:off x="8419340" y="2039006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F706A27F-0FE1-403A-A329-FA757EEEC8AA}"/>
                </a:ext>
              </a:extLst>
            </p:cNvPr>
            <p:cNvSpPr/>
            <p:nvPr/>
          </p:nvSpPr>
          <p:spPr>
            <a:xfrm>
              <a:off x="8442140" y="2334846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5" name="Isosceles Triangle 84">
              <a:extLst>
                <a:ext uri="{FF2B5EF4-FFF2-40B4-BE49-F238E27FC236}">
                  <a16:creationId xmlns:a16="http://schemas.microsoft.com/office/drawing/2014/main" id="{745AA1D0-B8C7-452D-9472-56FFA2C74D52}"/>
                </a:ext>
              </a:extLst>
            </p:cNvPr>
            <p:cNvSpPr/>
            <p:nvPr/>
          </p:nvSpPr>
          <p:spPr>
            <a:xfrm>
              <a:off x="8096091" y="210785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A9EC15C-3D26-4DE3-BB37-6608967C2F5D}"/>
                </a:ext>
              </a:extLst>
            </p:cNvPr>
            <p:cNvSpPr/>
            <p:nvPr/>
          </p:nvSpPr>
          <p:spPr>
            <a:xfrm>
              <a:off x="7934970" y="2432192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BC3F094F-78AD-4FB4-BB16-A083688D831E}"/>
                </a:ext>
              </a:extLst>
            </p:cNvPr>
            <p:cNvSpPr/>
            <p:nvPr/>
          </p:nvSpPr>
          <p:spPr>
            <a:xfrm>
              <a:off x="8654442" y="2763715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88" name="Isosceles Triangle 87">
              <a:extLst>
                <a:ext uri="{FF2B5EF4-FFF2-40B4-BE49-F238E27FC236}">
                  <a16:creationId xmlns:a16="http://schemas.microsoft.com/office/drawing/2014/main" id="{ED758C87-07E0-40A6-BF19-391378B0A911}"/>
                </a:ext>
              </a:extLst>
            </p:cNvPr>
            <p:cNvSpPr/>
            <p:nvPr/>
          </p:nvSpPr>
          <p:spPr>
            <a:xfrm>
              <a:off x="8067251" y="2941846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2BC4955D-5406-4C9B-9514-EF344292489C}"/>
                </a:ext>
              </a:extLst>
            </p:cNvPr>
            <p:cNvSpPr/>
            <p:nvPr/>
          </p:nvSpPr>
          <p:spPr>
            <a:xfrm>
              <a:off x="8320742" y="2694088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87E18A4-3394-4F2A-8438-B320C7695394}"/>
                </a:ext>
              </a:extLst>
            </p:cNvPr>
            <p:cNvSpPr/>
            <p:nvPr/>
          </p:nvSpPr>
          <p:spPr>
            <a:xfrm>
              <a:off x="9082555" y="1980255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91" name="Isosceles Triangle 90">
              <a:extLst>
                <a:ext uri="{FF2B5EF4-FFF2-40B4-BE49-F238E27FC236}">
                  <a16:creationId xmlns:a16="http://schemas.microsoft.com/office/drawing/2014/main" id="{7DAB2034-B23E-4052-80C1-ECD39A66EAAB}"/>
                </a:ext>
              </a:extLst>
            </p:cNvPr>
            <p:cNvSpPr/>
            <p:nvPr/>
          </p:nvSpPr>
          <p:spPr>
            <a:xfrm>
              <a:off x="8720895" y="2382313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Isosceles Triangle 93">
              <a:extLst>
                <a:ext uri="{FF2B5EF4-FFF2-40B4-BE49-F238E27FC236}">
                  <a16:creationId xmlns:a16="http://schemas.microsoft.com/office/drawing/2014/main" id="{4F7B07B3-957D-4521-9A3D-3F8BD000C55F}"/>
                </a:ext>
              </a:extLst>
            </p:cNvPr>
            <p:cNvSpPr/>
            <p:nvPr/>
          </p:nvSpPr>
          <p:spPr>
            <a:xfrm>
              <a:off x="9088105" y="2508962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3B8DC998-E25D-45DD-8D29-DA6EB228E0F1}"/>
                </a:ext>
              </a:extLst>
            </p:cNvPr>
            <p:cNvSpPr/>
            <p:nvPr/>
          </p:nvSpPr>
          <p:spPr>
            <a:xfrm>
              <a:off x="7888015" y="2714870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Isosceles Triangle 99">
              <a:extLst>
                <a:ext uri="{FF2B5EF4-FFF2-40B4-BE49-F238E27FC236}">
                  <a16:creationId xmlns:a16="http://schemas.microsoft.com/office/drawing/2014/main" id="{45203079-26F3-4244-9436-CA6832FBDFDB}"/>
                </a:ext>
              </a:extLst>
            </p:cNvPr>
            <p:cNvSpPr/>
            <p:nvPr/>
          </p:nvSpPr>
          <p:spPr>
            <a:xfrm>
              <a:off x="8718036" y="3324126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B13DF629-CA3B-4362-8445-40968E5B3748}"/>
              </a:ext>
            </a:extLst>
          </p:cNvPr>
          <p:cNvGrpSpPr/>
          <p:nvPr/>
        </p:nvGrpSpPr>
        <p:grpSpPr>
          <a:xfrm>
            <a:off x="3002425" y="3725324"/>
            <a:ext cx="1663813" cy="923330"/>
            <a:chOff x="2601577" y="4247292"/>
            <a:chExt cx="1663813" cy="923330"/>
          </a:xfrm>
        </p:grpSpPr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A5FED6B-522A-4087-9B34-CD1C055F2288}"/>
                </a:ext>
              </a:extLst>
            </p:cNvPr>
            <p:cNvSpPr txBox="1"/>
            <p:nvPr/>
          </p:nvSpPr>
          <p:spPr>
            <a:xfrm>
              <a:off x="2601577" y="4247292"/>
              <a:ext cx="16638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2         	8</a:t>
              </a:r>
            </a:p>
            <a:p>
              <a:r>
                <a:rPr lang="en-GB" dirty="0"/>
                <a:t>3	7</a:t>
              </a:r>
            </a:p>
            <a:p>
              <a:r>
                <a:rPr lang="en-GB" dirty="0"/>
                <a:t>3	1</a:t>
              </a:r>
            </a:p>
          </p:txBody>
        </p:sp>
        <p:sp>
          <p:nvSpPr>
            <p:cNvPr id="106" name="Isosceles Triangle 105">
              <a:extLst>
                <a:ext uri="{FF2B5EF4-FFF2-40B4-BE49-F238E27FC236}">
                  <a16:creationId xmlns:a16="http://schemas.microsoft.com/office/drawing/2014/main" id="{D2C5C4C4-BC34-4EF5-9291-23943A9BF40F}"/>
                </a:ext>
              </a:extLst>
            </p:cNvPr>
            <p:cNvSpPr/>
            <p:nvPr/>
          </p:nvSpPr>
          <p:spPr>
            <a:xfrm>
              <a:off x="2832282" y="489865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6013DCAB-2DD6-4DDF-B906-54DA0F0F5FD9}"/>
                </a:ext>
              </a:extLst>
            </p:cNvPr>
            <p:cNvSpPr/>
            <p:nvPr/>
          </p:nvSpPr>
          <p:spPr>
            <a:xfrm>
              <a:off x="2846250" y="4633140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F884129-FBD8-4853-A6C7-7FC9DA27AA63}"/>
                </a:ext>
              </a:extLst>
            </p:cNvPr>
            <p:cNvSpPr/>
            <p:nvPr/>
          </p:nvSpPr>
          <p:spPr>
            <a:xfrm>
              <a:off x="2849748" y="4356737"/>
              <a:ext cx="174597" cy="174597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13" name="Isosceles Triangle 112">
              <a:extLst>
                <a:ext uri="{FF2B5EF4-FFF2-40B4-BE49-F238E27FC236}">
                  <a16:creationId xmlns:a16="http://schemas.microsoft.com/office/drawing/2014/main" id="{0D06DFF3-52C0-44FE-AB27-B950AC4980F0}"/>
                </a:ext>
              </a:extLst>
            </p:cNvPr>
            <p:cNvSpPr/>
            <p:nvPr/>
          </p:nvSpPr>
          <p:spPr>
            <a:xfrm>
              <a:off x="3768555" y="4907399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E153B3F-7AA8-448E-9BCB-8CDE7101E79E}"/>
                </a:ext>
              </a:extLst>
            </p:cNvPr>
            <p:cNvSpPr/>
            <p:nvPr/>
          </p:nvSpPr>
          <p:spPr>
            <a:xfrm>
              <a:off x="3782523" y="4641882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4361E403-091A-402D-8FA4-F814041BFB07}"/>
                </a:ext>
              </a:extLst>
            </p:cNvPr>
            <p:cNvSpPr/>
            <p:nvPr/>
          </p:nvSpPr>
          <p:spPr>
            <a:xfrm>
              <a:off x="3786021" y="4365479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B1D4448-4260-47AB-A0EE-FE236F31A751}"/>
              </a:ext>
            </a:extLst>
          </p:cNvPr>
          <p:cNvGrpSpPr/>
          <p:nvPr/>
        </p:nvGrpSpPr>
        <p:grpSpPr>
          <a:xfrm>
            <a:off x="8269267" y="3740638"/>
            <a:ext cx="1663813" cy="923330"/>
            <a:chOff x="2601577" y="4247292"/>
            <a:chExt cx="1663813" cy="923330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7B09D31-AFE7-473C-90E5-39E7F0E59292}"/>
                </a:ext>
              </a:extLst>
            </p:cNvPr>
            <p:cNvSpPr txBox="1"/>
            <p:nvPr/>
          </p:nvSpPr>
          <p:spPr>
            <a:xfrm>
              <a:off x="2601577" y="4247292"/>
              <a:ext cx="16638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2         	5</a:t>
              </a:r>
            </a:p>
            <a:p>
              <a:r>
                <a:rPr lang="en-GB" dirty="0"/>
                <a:t>4	3</a:t>
              </a:r>
            </a:p>
            <a:p>
              <a:r>
                <a:rPr lang="en-GB" dirty="0"/>
                <a:t>7	3</a:t>
              </a:r>
            </a:p>
          </p:txBody>
        </p:sp>
        <p:sp>
          <p:nvSpPr>
            <p:cNvPr id="119" name="Isosceles Triangle 118">
              <a:extLst>
                <a:ext uri="{FF2B5EF4-FFF2-40B4-BE49-F238E27FC236}">
                  <a16:creationId xmlns:a16="http://schemas.microsoft.com/office/drawing/2014/main" id="{F61E1677-5722-4114-B000-22DD5080CC59}"/>
                </a:ext>
              </a:extLst>
            </p:cNvPr>
            <p:cNvSpPr/>
            <p:nvPr/>
          </p:nvSpPr>
          <p:spPr>
            <a:xfrm>
              <a:off x="2832282" y="4898657"/>
              <a:ext cx="202532" cy="174597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8F5640B-C8E0-4F0D-8F88-54C0E6A6B412}"/>
                </a:ext>
              </a:extLst>
            </p:cNvPr>
            <p:cNvSpPr/>
            <p:nvPr/>
          </p:nvSpPr>
          <p:spPr>
            <a:xfrm>
              <a:off x="2846250" y="4633140"/>
              <a:ext cx="174597" cy="174597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EC5B95CF-C5E1-4652-AB99-187C0D597423}"/>
                </a:ext>
              </a:extLst>
            </p:cNvPr>
            <p:cNvSpPr/>
            <p:nvPr/>
          </p:nvSpPr>
          <p:spPr>
            <a:xfrm>
              <a:off x="2849748" y="4356737"/>
              <a:ext cx="174597" cy="174597"/>
            </a:xfrm>
            <a:prstGeom prst="ellipse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  <p:sp>
          <p:nvSpPr>
            <p:cNvPr id="122" name="Isosceles Triangle 121">
              <a:extLst>
                <a:ext uri="{FF2B5EF4-FFF2-40B4-BE49-F238E27FC236}">
                  <a16:creationId xmlns:a16="http://schemas.microsoft.com/office/drawing/2014/main" id="{6C9E52BA-4D96-4CA3-8A90-222C69D25D1B}"/>
                </a:ext>
              </a:extLst>
            </p:cNvPr>
            <p:cNvSpPr/>
            <p:nvPr/>
          </p:nvSpPr>
          <p:spPr>
            <a:xfrm>
              <a:off x="3768555" y="4907399"/>
              <a:ext cx="202532" cy="174597"/>
            </a:xfrm>
            <a:prstGeom prst="triangl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5E440FC-B010-4076-9E98-75AE90B59B99}"/>
                </a:ext>
              </a:extLst>
            </p:cNvPr>
            <p:cNvSpPr/>
            <p:nvPr/>
          </p:nvSpPr>
          <p:spPr>
            <a:xfrm>
              <a:off x="3782523" y="4641882"/>
              <a:ext cx="174597" cy="174597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Goudy Old Style" panose="02020502050305020303" pitchFamily="18" charset="0"/>
              </a:endParaRP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0F6AACD-D000-44DC-BC2F-283E895037DB}"/>
                </a:ext>
              </a:extLst>
            </p:cNvPr>
            <p:cNvSpPr/>
            <p:nvPr/>
          </p:nvSpPr>
          <p:spPr>
            <a:xfrm>
              <a:off x="3786021" y="4365479"/>
              <a:ext cx="174597" cy="174597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Goudy Old Style" panose="020205020503050203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5072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1349</Words>
  <Application>Microsoft Office PowerPoint</Application>
  <PresentationFormat>Widescreen</PresentationFormat>
  <Paragraphs>319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Goudy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39</cp:revision>
  <dcterms:created xsi:type="dcterms:W3CDTF">2026-06-08T08:13:18Z</dcterms:created>
  <dcterms:modified xsi:type="dcterms:W3CDTF">2026-06-15T12:43:54Z</dcterms:modified>
</cp:coreProperties>
</file>